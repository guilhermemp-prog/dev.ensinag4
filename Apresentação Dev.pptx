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2" r:id="rId7"/>
    <p:sldId id="270" r:id="rId8"/>
    <p:sldId id="271" r:id="rId9"/>
    <p:sldId id="273" r:id="rId10"/>
    <p:sldId id="274" r:id="rId11"/>
    <p:sldId id="268" r:id="rId12"/>
    <p:sldId id="267" r:id="rId13"/>
    <p:sldId id="269" r:id="rId14"/>
    <p:sldId id="275" r:id="rId15"/>
    <p:sldId id="261" r:id="rId16"/>
    <p:sldId id="263" r:id="rId17"/>
    <p:sldId id="277" r:id="rId18"/>
    <p:sldId id="264" r:id="rId19"/>
    <p:sldId id="262" r:id="rId20"/>
    <p:sldId id="26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F6F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E7377-3CA0-44CE-B4E7-7A81DEB0E838}" v="77" dt="2026-02-06T21:14:14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tos" userId="3e9c09599860c27e" providerId="LiveId" clId="{FB95A341-7C2F-4061-B288-2B346711E9D4}"/>
    <pc:docChg chg="undo custSel addSld delSld modSld sldOrd">
      <pc:chgData name="Guilherme Matos" userId="3e9c09599860c27e" providerId="LiveId" clId="{FB95A341-7C2F-4061-B288-2B346711E9D4}" dt="2026-02-06T21:14:24.003" v="3536" actId="20577"/>
      <pc:docMkLst>
        <pc:docMk/>
      </pc:docMkLst>
      <pc:sldChg chg="addSp modSp mod">
        <pc:chgData name="Guilherme Matos" userId="3e9c09599860c27e" providerId="LiveId" clId="{FB95A341-7C2F-4061-B288-2B346711E9D4}" dt="2026-02-06T21:12:40.577" v="3500" actId="1076"/>
        <pc:sldMkLst>
          <pc:docMk/>
          <pc:sldMk cId="0" sldId="256"/>
        </pc:sldMkLst>
        <pc:spChg chg="mod">
          <ac:chgData name="Guilherme Matos" userId="3e9c09599860c27e" providerId="LiveId" clId="{FB95A341-7C2F-4061-B288-2B346711E9D4}" dt="2026-02-06T20:47:45.265" v="3459" actId="20577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Guilherme Matos" userId="3e9c09599860c27e" providerId="LiveId" clId="{FB95A341-7C2F-4061-B288-2B346711E9D4}" dt="2026-02-06T21:12:40.577" v="3500" actId="1076"/>
          <ac:picMkLst>
            <pc:docMk/>
            <pc:sldMk cId="0" sldId="256"/>
            <ac:picMk id="7" creationId="{BF49AA65-DC9F-DAC2-E26C-BC85770E47FF}"/>
          </ac:picMkLst>
        </pc:picChg>
      </pc:sldChg>
      <pc:sldChg chg="addSp modSp mod">
        <pc:chgData name="Guilherme Matos" userId="3e9c09599860c27e" providerId="LiveId" clId="{FB95A341-7C2F-4061-B288-2B346711E9D4}" dt="2026-02-06T21:12:46.420" v="3502" actId="1076"/>
        <pc:sldMkLst>
          <pc:docMk/>
          <pc:sldMk cId="0" sldId="257"/>
        </pc:sldMkLst>
        <pc:spChg chg="mod">
          <ac:chgData name="Guilherme Matos" userId="3e9c09599860c27e" providerId="LiveId" clId="{FB95A341-7C2F-4061-B288-2B346711E9D4}" dt="2026-02-06T20:47:04.745" v="3451" actId="20577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Guilherme Matos" userId="3e9c09599860c27e" providerId="LiveId" clId="{FB95A341-7C2F-4061-B288-2B346711E9D4}" dt="2026-02-06T21:12:46.420" v="3502" actId="1076"/>
          <ac:picMkLst>
            <pc:docMk/>
            <pc:sldMk cId="0" sldId="257"/>
            <ac:picMk id="11" creationId="{BF49AA65-DC9F-DAC2-E26C-BC85770E47FF}"/>
          </ac:picMkLst>
        </pc:picChg>
      </pc:sldChg>
      <pc:sldChg chg="addSp modSp mod">
        <pc:chgData name="Guilherme Matos" userId="3e9c09599860c27e" providerId="LiveId" clId="{FB95A341-7C2F-4061-B288-2B346711E9D4}" dt="2026-02-06T21:12:51.382" v="3504" actId="1076"/>
        <pc:sldMkLst>
          <pc:docMk/>
          <pc:sldMk cId="0" sldId="258"/>
        </pc:sldMkLst>
        <pc:spChg chg="mod">
          <ac:chgData name="Guilherme Matos" userId="3e9c09599860c27e" providerId="LiveId" clId="{FB95A341-7C2F-4061-B288-2B346711E9D4}" dt="2026-02-06T20:46:48.041" v="3437" actId="20577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Guilherme Matos" userId="3e9c09599860c27e" providerId="LiveId" clId="{FB95A341-7C2F-4061-B288-2B346711E9D4}" dt="2026-02-06T21:12:51.382" v="3504" actId="1076"/>
          <ac:picMkLst>
            <pc:docMk/>
            <pc:sldMk cId="0" sldId="258"/>
            <ac:picMk id="16" creationId="{BF49AA65-DC9F-DAC2-E26C-BC85770E47FF}"/>
          </ac:picMkLst>
        </pc:picChg>
      </pc:sldChg>
      <pc:sldChg chg="addSp modSp mod">
        <pc:chgData name="Guilherme Matos" userId="3e9c09599860c27e" providerId="LiveId" clId="{FB95A341-7C2F-4061-B288-2B346711E9D4}" dt="2026-02-06T21:12:58.603" v="3507" actId="1076"/>
        <pc:sldMkLst>
          <pc:docMk/>
          <pc:sldMk cId="0" sldId="259"/>
        </pc:sldMkLst>
        <pc:spChg chg="mod">
          <ac:chgData name="Guilherme Matos" userId="3e9c09599860c27e" providerId="LiveId" clId="{FB95A341-7C2F-4061-B288-2B346711E9D4}" dt="2026-02-05T21:11:20.299" v="138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47:10.185" v="47" actId="20577"/>
          <ac:spMkLst>
            <pc:docMk/>
            <pc:sldMk cId="0" sldId="259"/>
            <ac:spMk id="6" creationId="{00000000-0000-0000-0000-000000000000}"/>
          </ac:spMkLst>
        </pc:spChg>
        <pc:picChg chg="mod">
          <ac:chgData name="Guilherme Matos" userId="3e9c09599860c27e" providerId="LiveId" clId="{FB95A341-7C2F-4061-B288-2B346711E9D4}" dt="2026-02-05T20:44:30.129" v="30" actId="1076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Guilherme Matos" userId="3e9c09599860c27e" providerId="LiveId" clId="{FB95A341-7C2F-4061-B288-2B346711E9D4}" dt="2026-02-06T21:12:58.603" v="3507" actId="1076"/>
          <ac:picMkLst>
            <pc:docMk/>
            <pc:sldMk cId="0" sldId="259"/>
            <ac:picMk id="15" creationId="{BF49AA65-DC9F-DAC2-E26C-BC85770E47FF}"/>
          </ac:picMkLst>
        </pc:picChg>
      </pc:sldChg>
      <pc:sldChg chg="addSp modSp mod">
        <pc:chgData name="Guilherme Matos" userId="3e9c09599860c27e" providerId="LiveId" clId="{FB95A341-7C2F-4061-B288-2B346711E9D4}" dt="2026-02-06T21:13:03.587" v="3509" actId="1076"/>
        <pc:sldMkLst>
          <pc:docMk/>
          <pc:sldMk cId="0" sldId="260"/>
        </pc:sldMkLst>
        <pc:spChg chg="mod">
          <ac:chgData name="Guilherme Matos" userId="3e9c09599860c27e" providerId="LiveId" clId="{FB95A341-7C2F-4061-B288-2B346711E9D4}" dt="2026-02-05T20:47:28.279" v="49" actId="20577"/>
          <ac:spMkLst>
            <pc:docMk/>
            <pc:sldMk cId="0" sldId="260"/>
            <ac:spMk id="7" creationId="{00000000-0000-0000-0000-000000000000}"/>
          </ac:spMkLst>
        </pc:spChg>
        <pc:picChg chg="add mod">
          <ac:chgData name="Guilherme Matos" userId="3e9c09599860c27e" providerId="LiveId" clId="{FB95A341-7C2F-4061-B288-2B346711E9D4}" dt="2026-02-06T21:13:03.587" v="3509" actId="1076"/>
          <ac:picMkLst>
            <pc:docMk/>
            <pc:sldMk cId="0" sldId="260"/>
            <ac:picMk id="17" creationId="{BF49AA65-DC9F-DAC2-E26C-BC85770E47FF}"/>
          </ac:picMkLst>
        </pc:picChg>
      </pc:sldChg>
      <pc:sldChg chg="addSp delSp modSp mod ord">
        <pc:chgData name="Guilherme Matos" userId="3e9c09599860c27e" providerId="LiveId" clId="{FB95A341-7C2F-4061-B288-2B346711E9D4}" dt="2026-02-06T21:13:55.351" v="3526"/>
        <pc:sldMkLst>
          <pc:docMk/>
          <pc:sldMk cId="0" sldId="261"/>
        </pc:sldMkLst>
        <pc:spChg chg="mod">
          <ac:chgData name="Guilherme Matos" userId="3e9c09599860c27e" providerId="LiveId" clId="{FB95A341-7C2F-4061-B288-2B346711E9D4}" dt="2026-02-06T20:26:33.677" v="2889" actId="113"/>
          <ac:spMkLst>
            <pc:docMk/>
            <pc:sldMk cId="0" sldId="261"/>
            <ac:spMk id="3" creationId="{00000000-0000-0000-0000-000000000000}"/>
          </ac:spMkLst>
        </pc:spChg>
        <pc:spChg chg="del">
          <ac:chgData name="Guilherme Matos" userId="3e9c09599860c27e" providerId="LiveId" clId="{FB95A341-7C2F-4061-B288-2B346711E9D4}" dt="2026-02-05T21:06:48.354" v="119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58:09.722" v="3467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07:43.076" v="2322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11:17.793" v="2752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07:30.174" v="2319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11:32.500" v="2754" actId="1076"/>
          <ac:spMkLst>
            <pc:docMk/>
            <pc:sldMk cId="0" sldId="261"/>
            <ac:spMk id="10" creationId="{00000000-0000-0000-0000-000000000000}"/>
          </ac:spMkLst>
        </pc:spChg>
        <pc:picChg chg="add mod">
          <ac:chgData name="Guilherme Matos" userId="3e9c09599860c27e" providerId="LiveId" clId="{FB95A341-7C2F-4061-B288-2B346711E9D4}" dt="2026-02-06T21:13:55.351" v="3526"/>
          <ac:picMkLst>
            <pc:docMk/>
            <pc:sldMk cId="0" sldId="261"/>
            <ac:picMk id="4" creationId="{F1CC1C24-CA0D-B16D-FB89-DE8178EC2CBB}"/>
          </ac:picMkLst>
        </pc:picChg>
        <pc:picChg chg="del">
          <ac:chgData name="Guilherme Matos" userId="3e9c09599860c27e" providerId="LiveId" clId="{FB95A341-7C2F-4061-B288-2B346711E9D4}" dt="2026-02-05T20:55:08.606" v="76" actId="478"/>
          <ac:picMkLst>
            <pc:docMk/>
            <pc:sldMk cId="0" sldId="261"/>
            <ac:picMk id="5" creationId="{00000000-0000-0000-0000-000000000000}"/>
          </ac:picMkLst>
        </pc:picChg>
        <pc:picChg chg="add del mod">
          <ac:chgData name="Guilherme Matos" userId="3e9c09599860c27e" providerId="LiveId" clId="{FB95A341-7C2F-4061-B288-2B346711E9D4}" dt="2026-02-06T19:57:44.688" v="2076" actId="478"/>
          <ac:picMkLst>
            <pc:docMk/>
            <pc:sldMk cId="0" sldId="261"/>
            <ac:picMk id="12" creationId="{A064B739-D377-F1A0-0529-643E2E9A0232}"/>
          </ac:picMkLst>
        </pc:picChg>
      </pc:sldChg>
      <pc:sldChg chg="addSp delSp modSp mod ord">
        <pc:chgData name="Guilherme Matos" userId="3e9c09599860c27e" providerId="LiveId" clId="{FB95A341-7C2F-4061-B288-2B346711E9D4}" dt="2026-02-06T21:14:11.524" v="3531"/>
        <pc:sldMkLst>
          <pc:docMk/>
          <pc:sldMk cId="0" sldId="262"/>
        </pc:sldMkLst>
        <pc:spChg chg="mod">
          <ac:chgData name="Guilherme Matos" userId="3e9c09599860c27e" providerId="LiveId" clId="{FB95A341-7C2F-4061-B288-2B346711E9D4}" dt="2026-02-06T20:59:39.070" v="3496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43:48.265" v="26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43:36.071" v="25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43:30.389" v="24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39:17.589" v="23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36:24.502" v="3381" actId="20577"/>
          <ac:spMkLst>
            <pc:docMk/>
            <pc:sldMk cId="0" sldId="262"/>
            <ac:spMk id="9" creationId="{00000000-0000-0000-0000-000000000000}"/>
          </ac:spMkLst>
        </pc:spChg>
        <pc:picChg chg="del">
          <ac:chgData name="Guilherme Matos" userId="3e9c09599860c27e" providerId="LiveId" clId="{FB95A341-7C2F-4061-B288-2B346711E9D4}" dt="2026-02-05T20:48:25.279" v="50" actId="478"/>
          <ac:picMkLst>
            <pc:docMk/>
            <pc:sldMk cId="0" sldId="262"/>
            <ac:picMk id="8" creationId="{00000000-0000-0000-0000-000000000000}"/>
          </ac:picMkLst>
        </pc:picChg>
        <pc:picChg chg="add mod">
          <ac:chgData name="Guilherme Matos" userId="3e9c09599860c27e" providerId="LiveId" clId="{FB95A341-7C2F-4061-B288-2B346711E9D4}" dt="2026-02-06T21:14:11.524" v="3531"/>
          <ac:picMkLst>
            <pc:docMk/>
            <pc:sldMk cId="0" sldId="262"/>
            <ac:picMk id="8" creationId="{94FB3A83-C31F-419D-4756-062B3677BD50}"/>
          </ac:picMkLst>
        </pc:picChg>
        <pc:picChg chg="add del mod">
          <ac:chgData name="Guilherme Matos" userId="3e9c09599860c27e" providerId="LiveId" clId="{FB95A341-7C2F-4061-B288-2B346711E9D4}" dt="2026-02-05T20:49:04.552" v="56" actId="478"/>
          <ac:picMkLst>
            <pc:docMk/>
            <pc:sldMk cId="0" sldId="262"/>
            <ac:picMk id="11" creationId="{372125CB-2607-5C93-4965-0BA576EC6F62}"/>
          </ac:picMkLst>
        </pc:picChg>
        <pc:picChg chg="add mod modCrop">
          <ac:chgData name="Guilherme Matos" userId="3e9c09599860c27e" providerId="LiveId" clId="{FB95A341-7C2F-4061-B288-2B346711E9D4}" dt="2026-02-05T20:50:02.274" v="64" actId="1076"/>
          <ac:picMkLst>
            <pc:docMk/>
            <pc:sldMk cId="0" sldId="262"/>
            <ac:picMk id="13" creationId="{9DDE0D34-BFA4-FCB0-489E-B877561566C9}"/>
          </ac:picMkLst>
        </pc:picChg>
      </pc:sldChg>
      <pc:sldChg chg="addSp delSp modSp mod ord">
        <pc:chgData name="Guilherme Matos" userId="3e9c09599860c27e" providerId="LiveId" clId="{FB95A341-7C2F-4061-B288-2B346711E9D4}" dt="2026-02-06T21:13:58.414" v="3527"/>
        <pc:sldMkLst>
          <pc:docMk/>
          <pc:sldMk cId="0" sldId="263"/>
        </pc:sldMkLst>
        <pc:spChg chg="mod">
          <ac:chgData name="Guilherme Matos" userId="3e9c09599860c27e" providerId="LiveId" clId="{FB95A341-7C2F-4061-B288-2B346711E9D4}" dt="2026-02-06T20:58:48.196" v="3473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35:23.797" v="3380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31:41.798" v="3048"/>
          <ac:spMkLst>
            <pc:docMk/>
            <pc:sldMk cId="0" sldId="263"/>
            <ac:spMk id="18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23:58.243" v="2784" actId="20577"/>
          <ac:spMkLst>
            <pc:docMk/>
            <pc:sldMk cId="0" sldId="263"/>
            <ac:spMk id="20" creationId="{00000000-0000-0000-0000-000000000000}"/>
          </ac:spMkLst>
        </pc:spChg>
        <pc:picChg chg="add del">
          <ac:chgData name="Guilherme Matos" userId="3e9c09599860c27e" providerId="LiveId" clId="{FB95A341-7C2F-4061-B288-2B346711E9D4}" dt="2026-02-06T20:24:35.154" v="2788" actId="478"/>
          <ac:picMkLst>
            <pc:docMk/>
            <pc:sldMk cId="0" sldId="263"/>
            <ac:picMk id="2" creationId="{00000000-0000-0000-0000-000000000000}"/>
          </ac:picMkLst>
        </pc:picChg>
        <pc:picChg chg="add mod">
          <ac:chgData name="Guilherme Matos" userId="3e9c09599860c27e" providerId="LiveId" clId="{FB95A341-7C2F-4061-B288-2B346711E9D4}" dt="2026-02-06T21:13:58.414" v="3527"/>
          <ac:picMkLst>
            <pc:docMk/>
            <pc:sldMk cId="0" sldId="263"/>
            <ac:picMk id="21" creationId="{228E1E69-3962-002A-E719-6A5234DEB189}"/>
          </ac:picMkLst>
        </pc:picChg>
        <pc:picChg chg="add del mod">
          <ac:chgData name="Guilherme Matos" userId="3e9c09599860c27e" providerId="LiveId" clId="{FB95A341-7C2F-4061-B288-2B346711E9D4}" dt="2026-02-06T20:24:28.952" v="2786" actId="478"/>
          <ac:picMkLst>
            <pc:docMk/>
            <pc:sldMk cId="0" sldId="263"/>
            <ac:picMk id="22" creationId="{6BD2FDFE-3CAE-9A20-7532-F4948C0899E0}"/>
          </ac:picMkLst>
        </pc:picChg>
      </pc:sldChg>
      <pc:sldChg chg="addSp modSp mod">
        <pc:chgData name="Guilherme Matos" userId="3e9c09599860c27e" providerId="LiveId" clId="{FB95A341-7C2F-4061-B288-2B346711E9D4}" dt="2026-02-06T21:14:09.139" v="3530"/>
        <pc:sldMkLst>
          <pc:docMk/>
          <pc:sldMk cId="0" sldId="264"/>
        </pc:sldMkLst>
        <pc:spChg chg="mod">
          <ac:chgData name="Guilherme Matos" userId="3e9c09599860c27e" providerId="LiveId" clId="{FB95A341-7C2F-4061-B288-2B346711E9D4}" dt="2026-02-06T20:59:03.207" v="3479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38:18.561" v="21" actId="2711"/>
          <ac:spMkLst>
            <pc:docMk/>
            <pc:sldMk cId="0" sldId="264"/>
            <ac:spMk id="20" creationId="{00000000-0000-0000-0000-000000000000}"/>
          </ac:spMkLst>
        </pc:spChg>
        <pc:picChg chg="add mod">
          <ac:chgData name="Guilherme Matos" userId="3e9c09599860c27e" providerId="LiveId" clId="{FB95A341-7C2F-4061-B288-2B346711E9D4}" dt="2026-02-06T21:14:09.139" v="3530"/>
          <ac:picMkLst>
            <pc:docMk/>
            <pc:sldMk cId="0" sldId="264"/>
            <ac:picMk id="21" creationId="{90CB0222-B9F5-1649-452F-EDFF98880FD4}"/>
          </ac:picMkLst>
        </pc:picChg>
      </pc:sldChg>
      <pc:sldChg chg="addSp modSp mod">
        <pc:chgData name="Guilherme Matos" userId="3e9c09599860c27e" providerId="LiveId" clId="{FB95A341-7C2F-4061-B288-2B346711E9D4}" dt="2026-02-06T21:14:24.003" v="3536" actId="20577"/>
        <pc:sldMkLst>
          <pc:docMk/>
          <pc:sldMk cId="0" sldId="265"/>
        </pc:sldMkLst>
        <pc:spChg chg="mod">
          <ac:chgData name="Guilherme Matos" userId="3e9c09599860c27e" providerId="LiveId" clId="{FB95A341-7C2F-4061-B288-2B346711E9D4}" dt="2026-02-06T21:14:24.003" v="3536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38:04.727" v="20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45:52.854" v="3434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Guilherme Matos" userId="3e9c09599860c27e" providerId="LiveId" clId="{FB95A341-7C2F-4061-B288-2B346711E9D4}" dt="2026-02-05T20:38:01.179" v="1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1:01:07.327" v="34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45:32.589" v="3420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Guilherme Matos" userId="3e9c09599860c27e" providerId="LiveId" clId="{FB95A341-7C2F-4061-B288-2B346711E9D4}" dt="2026-02-06T20:45:21.775" v="3418" actId="20577"/>
          <ac:spMkLst>
            <pc:docMk/>
            <pc:sldMk cId="0" sldId="265"/>
            <ac:spMk id="9" creationId="{00000000-0000-0000-0000-000000000000}"/>
          </ac:spMkLst>
        </pc:spChg>
        <pc:picChg chg="mod">
          <ac:chgData name="Guilherme Matos" userId="3e9c09599860c27e" providerId="LiveId" clId="{FB95A341-7C2F-4061-B288-2B346711E9D4}" dt="2026-02-06T20:45:30.170" v="3419" actId="1076"/>
          <ac:picMkLst>
            <pc:docMk/>
            <pc:sldMk cId="0" sldId="265"/>
            <ac:picMk id="2" creationId="{00000000-0000-0000-0000-000000000000}"/>
          </ac:picMkLst>
        </pc:picChg>
        <pc:picChg chg="add mod">
          <ac:chgData name="Guilherme Matos" userId="3e9c09599860c27e" providerId="LiveId" clId="{FB95A341-7C2F-4061-B288-2B346711E9D4}" dt="2026-02-06T21:14:14.061" v="3532"/>
          <ac:picMkLst>
            <pc:docMk/>
            <pc:sldMk cId="0" sldId="265"/>
            <ac:picMk id="11" creationId="{81B63D38-0ED6-8D13-19FE-68A2318B76B0}"/>
          </ac:picMkLst>
        </pc:picChg>
      </pc:sldChg>
      <pc:sldChg chg="addSp delSp modSp add del mod ord">
        <pc:chgData name="Guilherme Matos" userId="3e9c09599860c27e" providerId="LiveId" clId="{FB95A341-7C2F-4061-B288-2B346711E9D4}" dt="2026-02-06T20:45:02.770" v="3410" actId="2696"/>
        <pc:sldMkLst>
          <pc:docMk/>
          <pc:sldMk cId="260776102" sldId="266"/>
        </pc:sldMkLst>
        <pc:spChg chg="del">
          <ac:chgData name="Guilherme Matos" userId="3e9c09599860c27e" providerId="LiveId" clId="{FB95A341-7C2F-4061-B288-2B346711E9D4}" dt="2026-02-05T20:54:03.806" v="67" actId="478"/>
          <ac:spMkLst>
            <pc:docMk/>
            <pc:sldMk cId="260776102" sldId="266"/>
            <ac:spMk id="4" creationId="{B0BC669B-CEC7-5FCC-78DC-B92F17A00C41}"/>
          </ac:spMkLst>
        </pc:spChg>
        <pc:spChg chg="del">
          <ac:chgData name="Guilherme Matos" userId="3e9c09599860c27e" providerId="LiveId" clId="{FB95A341-7C2F-4061-B288-2B346711E9D4}" dt="2026-02-05T20:54:03.806" v="67" actId="478"/>
          <ac:spMkLst>
            <pc:docMk/>
            <pc:sldMk cId="260776102" sldId="266"/>
            <ac:spMk id="5" creationId="{E681559E-B0DB-3EF1-77B1-DAD5C6F75D46}"/>
          </ac:spMkLst>
        </pc:spChg>
        <pc:spChg chg="del">
          <ac:chgData name="Guilherme Matos" userId="3e9c09599860c27e" providerId="LiveId" clId="{FB95A341-7C2F-4061-B288-2B346711E9D4}" dt="2026-02-05T20:54:03.806" v="67" actId="478"/>
          <ac:spMkLst>
            <pc:docMk/>
            <pc:sldMk cId="260776102" sldId="266"/>
            <ac:spMk id="6" creationId="{402420D8-C58A-9926-1487-EB2F8335739B}"/>
          </ac:spMkLst>
        </pc:spChg>
        <pc:spChg chg="del">
          <ac:chgData name="Guilherme Matos" userId="3e9c09599860c27e" providerId="LiveId" clId="{FB95A341-7C2F-4061-B288-2B346711E9D4}" dt="2026-02-05T20:54:03.806" v="67" actId="478"/>
          <ac:spMkLst>
            <pc:docMk/>
            <pc:sldMk cId="260776102" sldId="266"/>
            <ac:spMk id="7" creationId="{449C8789-15C7-6F6E-B11D-BFA004A7A42E}"/>
          </ac:spMkLst>
        </pc:spChg>
        <pc:spChg chg="del">
          <ac:chgData name="Guilherme Matos" userId="3e9c09599860c27e" providerId="LiveId" clId="{FB95A341-7C2F-4061-B288-2B346711E9D4}" dt="2026-02-05T20:54:03.806" v="67" actId="478"/>
          <ac:spMkLst>
            <pc:docMk/>
            <pc:sldMk cId="260776102" sldId="266"/>
            <ac:spMk id="9" creationId="{D6E7F7C4-8D86-0BFF-0ABC-760EA581BC7A}"/>
          </ac:spMkLst>
        </pc:spChg>
        <pc:picChg chg="add del mod modCrop">
          <ac:chgData name="Guilherme Matos" userId="3e9c09599860c27e" providerId="LiveId" clId="{FB95A341-7C2F-4061-B288-2B346711E9D4}" dt="2026-02-06T20:44:59.371" v="3409" actId="478"/>
          <ac:picMkLst>
            <pc:docMk/>
            <pc:sldMk cId="260776102" sldId="266"/>
            <ac:picMk id="10" creationId="{4D5101D2-825E-6F07-6BEE-841A8A04878E}"/>
          </ac:picMkLst>
        </pc:picChg>
        <pc:picChg chg="del">
          <ac:chgData name="Guilherme Matos" userId="3e9c09599860c27e" providerId="LiveId" clId="{FB95A341-7C2F-4061-B288-2B346711E9D4}" dt="2026-02-05T20:54:05.006" v="68" actId="478"/>
          <ac:picMkLst>
            <pc:docMk/>
            <pc:sldMk cId="260776102" sldId="266"/>
            <ac:picMk id="13" creationId="{88A66108-F4F0-94C5-901B-A47F7349B45F}"/>
          </ac:picMkLst>
        </pc:picChg>
      </pc:sldChg>
      <pc:sldChg chg="addSp delSp modSp add mod">
        <pc:chgData name="Guilherme Matos" userId="3e9c09599860c27e" providerId="LiveId" clId="{FB95A341-7C2F-4061-B288-2B346711E9D4}" dt="2026-02-06T21:13:47.216" v="3523"/>
        <pc:sldMkLst>
          <pc:docMk/>
          <pc:sldMk cId="1923181661" sldId="267"/>
        </pc:sldMkLst>
        <pc:spChg chg="mod">
          <ac:chgData name="Guilherme Matos" userId="3e9c09599860c27e" providerId="LiveId" clId="{FB95A341-7C2F-4061-B288-2B346711E9D4}" dt="2026-02-06T20:05:41.413" v="2255"/>
          <ac:spMkLst>
            <pc:docMk/>
            <pc:sldMk cId="1923181661" sldId="267"/>
            <ac:spMk id="3" creationId="{E0AD24A4-96C9-E8F4-3F6B-474F452C494D}"/>
          </ac:spMkLst>
        </pc:spChg>
        <pc:spChg chg="del">
          <ac:chgData name="Guilherme Matos" userId="3e9c09599860c27e" providerId="LiveId" clId="{FB95A341-7C2F-4061-B288-2B346711E9D4}" dt="2026-02-05T20:55:34.603" v="78" actId="478"/>
          <ac:spMkLst>
            <pc:docMk/>
            <pc:sldMk cId="1923181661" sldId="267"/>
            <ac:spMk id="4" creationId="{DA31EDA9-640B-641D-EEA9-D176757BE933}"/>
          </ac:spMkLst>
        </pc:spChg>
        <pc:spChg chg="del">
          <ac:chgData name="Guilherme Matos" userId="3e9c09599860c27e" providerId="LiveId" clId="{FB95A341-7C2F-4061-B288-2B346711E9D4}" dt="2026-02-05T20:55:34.603" v="78" actId="478"/>
          <ac:spMkLst>
            <pc:docMk/>
            <pc:sldMk cId="1923181661" sldId="267"/>
            <ac:spMk id="6" creationId="{9DCA811B-E6DC-92C7-D43B-A5B81A68A7C9}"/>
          </ac:spMkLst>
        </pc:spChg>
        <pc:spChg chg="del">
          <ac:chgData name="Guilherme Matos" userId="3e9c09599860c27e" providerId="LiveId" clId="{FB95A341-7C2F-4061-B288-2B346711E9D4}" dt="2026-02-05T20:55:34.603" v="78" actId="478"/>
          <ac:spMkLst>
            <pc:docMk/>
            <pc:sldMk cId="1923181661" sldId="267"/>
            <ac:spMk id="7" creationId="{7547DB25-D8C9-0B64-6F50-C5D3C433D7F7}"/>
          </ac:spMkLst>
        </pc:spChg>
        <pc:spChg chg="del">
          <ac:chgData name="Guilherme Matos" userId="3e9c09599860c27e" providerId="LiveId" clId="{FB95A341-7C2F-4061-B288-2B346711E9D4}" dt="2026-02-05T20:55:39.064" v="80" actId="478"/>
          <ac:spMkLst>
            <pc:docMk/>
            <pc:sldMk cId="1923181661" sldId="267"/>
            <ac:spMk id="8" creationId="{D7025CFC-17A8-DE0D-F913-178C45F78D24}"/>
          </ac:spMkLst>
        </pc:spChg>
        <pc:spChg chg="del">
          <ac:chgData name="Guilherme Matos" userId="3e9c09599860c27e" providerId="LiveId" clId="{FB95A341-7C2F-4061-B288-2B346711E9D4}" dt="2026-02-05T20:55:37.429" v="79" actId="478"/>
          <ac:spMkLst>
            <pc:docMk/>
            <pc:sldMk cId="1923181661" sldId="267"/>
            <ac:spMk id="9" creationId="{7FAB3F05-2B90-3A04-8358-F5BCEB8F7D84}"/>
          </ac:spMkLst>
        </pc:spChg>
        <pc:spChg chg="del">
          <ac:chgData name="Guilherme Matos" userId="3e9c09599860c27e" providerId="LiveId" clId="{FB95A341-7C2F-4061-B288-2B346711E9D4}" dt="2026-02-05T20:55:39.064" v="80" actId="478"/>
          <ac:spMkLst>
            <pc:docMk/>
            <pc:sldMk cId="1923181661" sldId="267"/>
            <ac:spMk id="10" creationId="{E38B6EEA-5CFD-0BFC-D4C0-E348D4E2130F}"/>
          </ac:spMkLst>
        </pc:spChg>
        <pc:picChg chg="add mod">
          <ac:chgData name="Guilherme Matos" userId="3e9c09599860c27e" providerId="LiveId" clId="{FB95A341-7C2F-4061-B288-2B346711E9D4}" dt="2026-02-06T21:13:47.216" v="3523"/>
          <ac:picMkLst>
            <pc:docMk/>
            <pc:sldMk cId="1923181661" sldId="267"/>
            <ac:picMk id="4" creationId="{3105F689-8216-7770-32CC-F4B95DAE275E}"/>
          </ac:picMkLst>
        </pc:picChg>
        <pc:picChg chg="add mod modCrop">
          <ac:chgData name="Guilherme Matos" userId="3e9c09599860c27e" providerId="LiveId" clId="{FB95A341-7C2F-4061-B288-2B346711E9D4}" dt="2026-02-06T19:58:20.112" v="2081" actId="1076"/>
          <ac:picMkLst>
            <pc:docMk/>
            <pc:sldMk cId="1923181661" sldId="267"/>
            <ac:picMk id="11" creationId="{60307928-8B6D-B420-BC0A-6820E9A2F31C}"/>
          </ac:picMkLst>
        </pc:picChg>
      </pc:sldChg>
      <pc:sldChg chg="addSp delSp modSp add mod ord">
        <pc:chgData name="Guilherme Matos" userId="3e9c09599860c27e" providerId="LiveId" clId="{FB95A341-7C2F-4061-B288-2B346711E9D4}" dt="2026-02-06T21:13:44.610" v="3522"/>
        <pc:sldMkLst>
          <pc:docMk/>
          <pc:sldMk cId="3213871915" sldId="268"/>
        </pc:sldMkLst>
        <pc:spChg chg="mod">
          <ac:chgData name="Guilherme Matos" userId="3e9c09599860c27e" providerId="LiveId" clId="{FB95A341-7C2F-4061-B288-2B346711E9D4}" dt="2026-02-06T20:05:46.502" v="2256"/>
          <ac:spMkLst>
            <pc:docMk/>
            <pc:sldMk cId="3213871915" sldId="268"/>
            <ac:spMk id="3" creationId="{28B3EA5E-2EA0-5ADE-4A49-346D85A9C08E}"/>
          </ac:spMkLst>
        </pc:spChg>
        <pc:picChg chg="add mod">
          <ac:chgData name="Guilherme Matos" userId="3e9c09599860c27e" providerId="LiveId" clId="{FB95A341-7C2F-4061-B288-2B346711E9D4}" dt="2026-02-06T21:13:44.610" v="3522"/>
          <ac:picMkLst>
            <pc:docMk/>
            <pc:sldMk cId="3213871915" sldId="268"/>
            <ac:picMk id="4" creationId="{FA914DD1-CCA9-82B6-9570-CF802AE22118}"/>
          </ac:picMkLst>
        </pc:picChg>
        <pc:picChg chg="add mod modCrop">
          <ac:chgData name="Guilherme Matos" userId="3e9c09599860c27e" providerId="LiveId" clId="{FB95A341-7C2F-4061-B288-2B346711E9D4}" dt="2026-02-06T19:58:35.435" v="2087" actId="1076"/>
          <ac:picMkLst>
            <pc:docMk/>
            <pc:sldMk cId="3213871915" sldId="268"/>
            <ac:picMk id="5" creationId="{AB35FCB1-CD16-E126-A7F6-611B32628D77}"/>
          </ac:picMkLst>
        </pc:picChg>
        <pc:picChg chg="del">
          <ac:chgData name="Guilherme Matos" userId="3e9c09599860c27e" providerId="LiveId" clId="{FB95A341-7C2F-4061-B288-2B346711E9D4}" dt="2026-02-05T20:56:44.267" v="92" actId="478"/>
          <ac:picMkLst>
            <pc:docMk/>
            <pc:sldMk cId="3213871915" sldId="268"/>
            <ac:picMk id="11" creationId="{6119C73B-4E6A-F9B2-7B04-E5FE98A81B96}"/>
          </ac:picMkLst>
        </pc:picChg>
      </pc:sldChg>
      <pc:sldChg chg="addSp delSp modSp add mod">
        <pc:chgData name="Guilherme Matos" userId="3e9c09599860c27e" providerId="LiveId" clId="{FB95A341-7C2F-4061-B288-2B346711E9D4}" dt="2026-02-06T21:13:50.060" v="3524"/>
        <pc:sldMkLst>
          <pc:docMk/>
          <pc:sldMk cId="3794849822" sldId="269"/>
        </pc:sldMkLst>
        <pc:spChg chg="mod">
          <ac:chgData name="Guilherme Matos" userId="3e9c09599860c27e" providerId="LiveId" clId="{FB95A341-7C2F-4061-B288-2B346711E9D4}" dt="2026-02-06T20:05:37.821" v="2254"/>
          <ac:spMkLst>
            <pc:docMk/>
            <pc:sldMk cId="3794849822" sldId="269"/>
            <ac:spMk id="3" creationId="{00CCAADF-F385-0E36-74D5-720C349B9529}"/>
          </ac:spMkLst>
        </pc:spChg>
        <pc:picChg chg="add mod">
          <ac:chgData name="Guilherme Matos" userId="3e9c09599860c27e" providerId="LiveId" clId="{FB95A341-7C2F-4061-B288-2B346711E9D4}" dt="2026-02-06T21:13:50.060" v="3524"/>
          <ac:picMkLst>
            <pc:docMk/>
            <pc:sldMk cId="3794849822" sldId="269"/>
            <ac:picMk id="4" creationId="{55F8C511-1483-41E8-FEE8-E216A2B7EC8E}"/>
          </ac:picMkLst>
        </pc:picChg>
        <pc:picChg chg="add mod modCrop">
          <ac:chgData name="Guilherme Matos" userId="3e9c09599860c27e" providerId="LiveId" clId="{FB95A341-7C2F-4061-B288-2B346711E9D4}" dt="2026-02-06T19:58:23.390" v="2082" actId="1076"/>
          <ac:picMkLst>
            <pc:docMk/>
            <pc:sldMk cId="3794849822" sldId="269"/>
            <ac:picMk id="5" creationId="{DD5B9403-C6E4-ECBA-6765-CF61BB5A3CD5}"/>
          </ac:picMkLst>
        </pc:picChg>
        <pc:picChg chg="del">
          <ac:chgData name="Guilherme Matos" userId="3e9c09599860c27e" providerId="LiveId" clId="{FB95A341-7C2F-4061-B288-2B346711E9D4}" dt="2026-02-05T20:58:41.995" v="109" actId="478"/>
          <ac:picMkLst>
            <pc:docMk/>
            <pc:sldMk cId="3794849822" sldId="269"/>
            <ac:picMk id="11" creationId="{D1E04DBD-7AD2-3164-9C3D-E495A453F102}"/>
          </ac:picMkLst>
        </pc:picChg>
      </pc:sldChg>
      <pc:sldChg chg="new del">
        <pc:chgData name="Guilherme Matos" userId="3e9c09599860c27e" providerId="LiveId" clId="{FB95A341-7C2F-4061-B288-2B346711E9D4}" dt="2026-02-05T20:58:34.171" v="107" actId="47"/>
        <pc:sldMkLst>
          <pc:docMk/>
          <pc:sldMk cId="3903565170" sldId="269"/>
        </pc:sldMkLst>
      </pc:sldChg>
      <pc:sldChg chg="delSp modSp add del mod">
        <pc:chgData name="Guilherme Matos" userId="3e9c09599860c27e" providerId="LiveId" clId="{FB95A341-7C2F-4061-B288-2B346711E9D4}" dt="2026-02-06T19:22:42.698" v="167" actId="2696"/>
        <pc:sldMkLst>
          <pc:docMk/>
          <pc:sldMk cId="497631482" sldId="270"/>
        </pc:sldMkLst>
        <pc:spChg chg="del">
          <ac:chgData name="Guilherme Matos" userId="3e9c09599860c27e" providerId="LiveId" clId="{FB95A341-7C2F-4061-B288-2B346711E9D4}" dt="2026-02-06T19:22:24.182" v="141" actId="478"/>
          <ac:spMkLst>
            <pc:docMk/>
            <pc:sldMk cId="497631482" sldId="270"/>
            <ac:spMk id="4" creationId="{92117CEC-F6E6-A643-8CBC-F74E9D2EF342}"/>
          </ac:spMkLst>
        </pc:spChg>
        <pc:spChg chg="del">
          <ac:chgData name="Guilherme Matos" userId="3e9c09599860c27e" providerId="LiveId" clId="{FB95A341-7C2F-4061-B288-2B346711E9D4}" dt="2026-02-06T19:22:24.182" v="141" actId="478"/>
          <ac:spMkLst>
            <pc:docMk/>
            <pc:sldMk cId="497631482" sldId="270"/>
            <ac:spMk id="5" creationId="{7D3D1162-78D8-6DE6-536F-B8F0E78D578E}"/>
          </ac:spMkLst>
        </pc:spChg>
        <pc:spChg chg="mod">
          <ac:chgData name="Guilherme Matos" userId="3e9c09599860c27e" providerId="LiveId" clId="{FB95A341-7C2F-4061-B288-2B346711E9D4}" dt="2026-02-06T19:22:35.500" v="166" actId="20577"/>
          <ac:spMkLst>
            <pc:docMk/>
            <pc:sldMk cId="497631482" sldId="270"/>
            <ac:spMk id="6" creationId="{1F49D38B-8D18-AE06-6B7B-E6B846665806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7" creationId="{981DAEF0-A999-7F6B-A959-8D9040733B20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8" creationId="{09DEF2F2-A3CD-C93B-4BC9-D7FCB7A8F678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9" creationId="{A1FB8146-ED9A-D1AF-9457-36D3E941BCB4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10" creationId="{A2C85BDF-A357-40D9-AFE3-A0F9D81D5BEF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11" creationId="{F52974BB-814D-FAA8-59E1-C7CD2DCD80E0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12" creationId="{6AA09D5D-2701-BC09-33DC-850C15323BA5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13" creationId="{BFFD733F-C3AA-C325-C98C-509A71FAC153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14" creationId="{2FE810F5-EFDB-FB88-475F-95D9D8679B48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15" creationId="{C08D401A-DF01-A4E7-E91F-52283A784389}"/>
          </ac:spMkLst>
        </pc:spChg>
        <pc:spChg chg="del">
          <ac:chgData name="Guilherme Matos" userId="3e9c09599860c27e" providerId="LiveId" clId="{FB95A341-7C2F-4061-B288-2B346711E9D4}" dt="2026-02-06T19:22:20.108" v="140" actId="478"/>
          <ac:spMkLst>
            <pc:docMk/>
            <pc:sldMk cId="497631482" sldId="270"/>
            <ac:spMk id="16" creationId="{07A6F843-1D72-286B-6CA9-98D3942F0EF8}"/>
          </ac:spMkLst>
        </pc:spChg>
      </pc:sldChg>
      <pc:sldChg chg="addSp delSp modSp add mod ord">
        <pc:chgData name="Guilherme Matos" userId="3e9c09599860c27e" providerId="LiveId" clId="{FB95A341-7C2F-4061-B288-2B346711E9D4}" dt="2026-02-06T21:13:19.597" v="3514"/>
        <pc:sldMkLst>
          <pc:docMk/>
          <pc:sldMk cId="796177421" sldId="270"/>
        </pc:sldMkLst>
        <pc:spChg chg="mod">
          <ac:chgData name="Guilherme Matos" userId="3e9c09599860c27e" providerId="LiveId" clId="{FB95A341-7C2F-4061-B288-2B346711E9D4}" dt="2026-02-06T19:23:02.131" v="233" actId="20577"/>
          <ac:spMkLst>
            <pc:docMk/>
            <pc:sldMk cId="796177421" sldId="270"/>
            <ac:spMk id="3" creationId="{E0BE43ED-18A5-2789-40B9-50398907C92F}"/>
          </ac:spMkLst>
        </pc:spChg>
        <pc:spChg chg="add mod">
          <ac:chgData name="Guilherme Matos" userId="3e9c09599860c27e" providerId="LiveId" clId="{FB95A341-7C2F-4061-B288-2B346711E9D4}" dt="2026-02-06T19:39:37.205" v="939" actId="20577"/>
          <ac:spMkLst>
            <pc:docMk/>
            <pc:sldMk cId="796177421" sldId="270"/>
            <ac:spMk id="7" creationId="{08DDDF09-7CE9-5CC8-43B0-6270886E1ACB}"/>
          </ac:spMkLst>
        </pc:spChg>
        <pc:spChg chg="add mod">
          <ac:chgData name="Guilherme Matos" userId="3e9c09599860c27e" providerId="LiveId" clId="{FB95A341-7C2F-4061-B288-2B346711E9D4}" dt="2026-02-06T19:42:27.285" v="1274" actId="20577"/>
          <ac:spMkLst>
            <pc:docMk/>
            <pc:sldMk cId="796177421" sldId="270"/>
            <ac:spMk id="8" creationId="{47D98A19-A1F9-173D-5DB9-B4AE37A5BD98}"/>
          </ac:spMkLst>
        </pc:spChg>
        <pc:picChg chg="add del mod">
          <ac:chgData name="Guilherme Matos" userId="3e9c09599860c27e" providerId="LiveId" clId="{FB95A341-7C2F-4061-B288-2B346711E9D4}" dt="2026-02-06T21:13:14.096" v="3513" actId="478"/>
          <ac:picMkLst>
            <pc:docMk/>
            <pc:sldMk cId="796177421" sldId="270"/>
            <ac:picMk id="4" creationId="{ABC40D03-EF76-6FBD-55A4-71CF68A329C0}"/>
          </ac:picMkLst>
        </pc:picChg>
        <pc:picChg chg="del">
          <ac:chgData name="Guilherme Matos" userId="3e9c09599860c27e" providerId="LiveId" clId="{FB95A341-7C2F-4061-B288-2B346711E9D4}" dt="2026-02-06T19:23:12.122" v="234" actId="478"/>
          <ac:picMkLst>
            <pc:docMk/>
            <pc:sldMk cId="796177421" sldId="270"/>
            <ac:picMk id="5" creationId="{39F89DCE-5AB8-3249-6E5E-71FF32EDBF55}"/>
          </ac:picMkLst>
        </pc:picChg>
        <pc:picChg chg="add mod">
          <ac:chgData name="Guilherme Matos" userId="3e9c09599860c27e" providerId="LiveId" clId="{FB95A341-7C2F-4061-B288-2B346711E9D4}" dt="2026-02-06T21:13:19.597" v="3514"/>
          <ac:picMkLst>
            <pc:docMk/>
            <pc:sldMk cId="796177421" sldId="270"/>
            <ac:picMk id="5" creationId="{BBF05718-B7E3-99B6-CA52-9DC7E12F3B84}"/>
          </ac:picMkLst>
        </pc:picChg>
        <pc:picChg chg="add mod">
          <ac:chgData name="Guilherme Matos" userId="3e9c09599860c27e" providerId="LiveId" clId="{FB95A341-7C2F-4061-B288-2B346711E9D4}" dt="2026-02-06T19:23:43.455" v="244" actId="1076"/>
          <ac:picMkLst>
            <pc:docMk/>
            <pc:sldMk cId="796177421" sldId="270"/>
            <ac:picMk id="6" creationId="{9D41E352-0D3E-251A-368A-8727FDF86D9D}"/>
          </ac:picMkLst>
        </pc:picChg>
      </pc:sldChg>
      <pc:sldChg chg="addSp delSp modSp add mod">
        <pc:chgData name="Guilherme Matos" userId="3e9c09599860c27e" providerId="LiveId" clId="{FB95A341-7C2F-4061-B288-2B346711E9D4}" dt="2026-02-06T21:13:23.918" v="3515"/>
        <pc:sldMkLst>
          <pc:docMk/>
          <pc:sldMk cId="2700389608" sldId="271"/>
        </pc:sldMkLst>
        <pc:spChg chg="add mod">
          <ac:chgData name="Guilherme Matos" userId="3e9c09599860c27e" providerId="LiveId" clId="{FB95A341-7C2F-4061-B288-2B346711E9D4}" dt="2026-02-06T19:45:07.383" v="1384" actId="255"/>
          <ac:spMkLst>
            <pc:docMk/>
            <pc:sldMk cId="2700389608" sldId="271"/>
            <ac:spMk id="7" creationId="{26861A36-A265-8925-A82F-B5DBB89F7563}"/>
          </ac:spMkLst>
        </pc:spChg>
        <pc:spChg chg="add mod">
          <ac:chgData name="Guilherme Matos" userId="3e9c09599860c27e" providerId="LiveId" clId="{FB95A341-7C2F-4061-B288-2B346711E9D4}" dt="2026-02-06T19:51:17.987" v="1847" actId="20577"/>
          <ac:spMkLst>
            <pc:docMk/>
            <pc:sldMk cId="2700389608" sldId="271"/>
            <ac:spMk id="8" creationId="{A1BCB921-FBEB-E70A-3C46-678D4CF6E355}"/>
          </ac:spMkLst>
        </pc:spChg>
        <pc:picChg chg="add mod">
          <ac:chgData name="Guilherme Matos" userId="3e9c09599860c27e" providerId="LiveId" clId="{FB95A341-7C2F-4061-B288-2B346711E9D4}" dt="2026-02-06T21:13:23.918" v="3515"/>
          <ac:picMkLst>
            <pc:docMk/>
            <pc:sldMk cId="2700389608" sldId="271"/>
            <ac:picMk id="4" creationId="{771C7F1D-F9CE-235F-7092-90931F304480}"/>
          </ac:picMkLst>
        </pc:picChg>
        <pc:picChg chg="add mod">
          <ac:chgData name="Guilherme Matos" userId="3e9c09599860c27e" providerId="LiveId" clId="{FB95A341-7C2F-4061-B288-2B346711E9D4}" dt="2026-02-06T19:24:04.733" v="253" actId="1076"/>
          <ac:picMkLst>
            <pc:docMk/>
            <pc:sldMk cId="2700389608" sldId="271"/>
            <ac:picMk id="5" creationId="{A29B8111-4C20-CC5E-33D1-B16EBDBD6E16}"/>
          </ac:picMkLst>
        </pc:picChg>
        <pc:picChg chg="del">
          <ac:chgData name="Guilherme Matos" userId="3e9c09599860c27e" providerId="LiveId" clId="{FB95A341-7C2F-4061-B288-2B346711E9D4}" dt="2026-02-06T19:23:48.564" v="246" actId="478"/>
          <ac:picMkLst>
            <pc:docMk/>
            <pc:sldMk cId="2700389608" sldId="271"/>
            <ac:picMk id="6" creationId="{24DC3E7F-9964-D0B3-FFCF-AC2C1826940D}"/>
          </ac:picMkLst>
        </pc:picChg>
      </pc:sldChg>
      <pc:sldChg chg="addSp delSp modSp add mod ord">
        <pc:chgData name="Guilherme Matos" userId="3e9c09599860c27e" providerId="LiveId" clId="{FB95A341-7C2F-4061-B288-2B346711E9D4}" dt="2026-02-06T21:13:09.220" v="3511" actId="1076"/>
        <pc:sldMkLst>
          <pc:docMk/>
          <pc:sldMk cId="1391054005" sldId="272"/>
        </pc:sldMkLst>
        <pc:spChg chg="add mod">
          <ac:chgData name="Guilherme Matos" userId="3e9c09599860c27e" providerId="LiveId" clId="{FB95A341-7C2F-4061-B288-2B346711E9D4}" dt="2026-02-06T19:29:59.242" v="332" actId="404"/>
          <ac:spMkLst>
            <pc:docMk/>
            <pc:sldMk cId="1391054005" sldId="272"/>
            <ac:spMk id="7" creationId="{1F1F242B-A1E0-D4AE-363D-700C2204D4C5}"/>
          </ac:spMkLst>
        </pc:spChg>
        <pc:spChg chg="add mod">
          <ac:chgData name="Guilherme Matos" userId="3e9c09599860c27e" providerId="LiveId" clId="{FB95A341-7C2F-4061-B288-2B346711E9D4}" dt="2026-02-06T20:56:19.689" v="3466" actId="20577"/>
          <ac:spMkLst>
            <pc:docMk/>
            <pc:sldMk cId="1391054005" sldId="272"/>
            <ac:spMk id="8" creationId="{45BD266E-9F64-5F3A-C876-331ED2666772}"/>
          </ac:spMkLst>
        </pc:spChg>
        <pc:spChg chg="add del mod">
          <ac:chgData name="Guilherme Matos" userId="3e9c09599860c27e" providerId="LiveId" clId="{FB95A341-7C2F-4061-B288-2B346711E9D4}" dt="2026-02-06T19:33:55.361" v="414" actId="478"/>
          <ac:spMkLst>
            <pc:docMk/>
            <pc:sldMk cId="1391054005" sldId="272"/>
            <ac:spMk id="9" creationId="{BF99155D-E555-6CF7-48AD-6E5F35A0CBFF}"/>
          </ac:spMkLst>
        </pc:spChg>
        <pc:picChg chg="add mod">
          <ac:chgData name="Guilherme Matos" userId="3e9c09599860c27e" providerId="LiveId" clId="{FB95A341-7C2F-4061-B288-2B346711E9D4}" dt="2026-02-06T21:13:09.220" v="3511" actId="1076"/>
          <ac:picMkLst>
            <pc:docMk/>
            <pc:sldMk cId="1391054005" sldId="272"/>
            <ac:picMk id="4" creationId="{BF49AA65-DC9F-DAC2-E26C-BC85770E47FF}"/>
          </ac:picMkLst>
        </pc:picChg>
        <pc:picChg chg="add mod">
          <ac:chgData name="Guilherme Matos" userId="3e9c09599860c27e" providerId="LiveId" clId="{FB95A341-7C2F-4061-B288-2B346711E9D4}" dt="2026-02-06T19:27:18.456" v="266" actId="1076"/>
          <ac:picMkLst>
            <pc:docMk/>
            <pc:sldMk cId="1391054005" sldId="272"/>
            <ac:picMk id="5" creationId="{B6708129-8646-91B2-C3D7-E7B2C4D52A67}"/>
          </ac:picMkLst>
        </pc:picChg>
        <pc:picChg chg="del">
          <ac:chgData name="Guilherme Matos" userId="3e9c09599860c27e" providerId="LiveId" clId="{FB95A341-7C2F-4061-B288-2B346711E9D4}" dt="2026-02-06T19:26:47.332" v="255" actId="478"/>
          <ac:picMkLst>
            <pc:docMk/>
            <pc:sldMk cId="1391054005" sldId="272"/>
            <ac:picMk id="6" creationId="{66A70996-7C23-92C5-6B7C-EE3F8D8D5CFA}"/>
          </ac:picMkLst>
        </pc:picChg>
      </pc:sldChg>
      <pc:sldChg chg="new del">
        <pc:chgData name="Guilherme Matos" userId="3e9c09599860c27e" providerId="LiveId" clId="{FB95A341-7C2F-4061-B288-2B346711E9D4}" dt="2026-02-06T19:26:52.261" v="257" actId="2696"/>
        <pc:sldMkLst>
          <pc:docMk/>
          <pc:sldMk cId="1068592409" sldId="273"/>
        </pc:sldMkLst>
      </pc:sldChg>
      <pc:sldChg chg="addSp delSp modSp add mod">
        <pc:chgData name="Guilherme Matos" userId="3e9c09599860c27e" providerId="LiveId" clId="{FB95A341-7C2F-4061-B288-2B346711E9D4}" dt="2026-02-06T21:13:28.543" v="3516"/>
        <pc:sldMkLst>
          <pc:docMk/>
          <pc:sldMk cId="4080287693" sldId="273"/>
        </pc:sldMkLst>
        <pc:spChg chg="mod">
          <ac:chgData name="Guilherme Matos" userId="3e9c09599860c27e" providerId="LiveId" clId="{FB95A341-7C2F-4061-B288-2B346711E9D4}" dt="2026-02-06T19:51:47.716" v="1881" actId="20577"/>
          <ac:spMkLst>
            <pc:docMk/>
            <pc:sldMk cId="4080287693" sldId="273"/>
            <ac:spMk id="3" creationId="{AA2D57C8-2A5A-E5A2-8383-B58598110978}"/>
          </ac:spMkLst>
        </pc:spChg>
        <pc:spChg chg="del">
          <ac:chgData name="Guilherme Matos" userId="3e9c09599860c27e" providerId="LiveId" clId="{FB95A341-7C2F-4061-B288-2B346711E9D4}" dt="2026-02-06T19:51:37.416" v="1849" actId="478"/>
          <ac:spMkLst>
            <pc:docMk/>
            <pc:sldMk cId="4080287693" sldId="273"/>
            <ac:spMk id="7" creationId="{4F5A9678-2B82-4E8C-8DF0-2AAA0ECE0D0E}"/>
          </ac:spMkLst>
        </pc:spChg>
        <pc:spChg chg="del">
          <ac:chgData name="Guilherme Matos" userId="3e9c09599860c27e" providerId="LiveId" clId="{FB95A341-7C2F-4061-B288-2B346711E9D4}" dt="2026-02-06T19:51:37.416" v="1849" actId="478"/>
          <ac:spMkLst>
            <pc:docMk/>
            <pc:sldMk cId="4080287693" sldId="273"/>
            <ac:spMk id="8" creationId="{17C6FD31-8F5F-8376-1758-236154DC6B20}"/>
          </ac:spMkLst>
        </pc:spChg>
        <pc:spChg chg="add mod">
          <ac:chgData name="Guilherme Matos" userId="3e9c09599860c27e" providerId="LiveId" clId="{FB95A341-7C2F-4061-B288-2B346711E9D4}" dt="2026-02-06T19:53:28.366" v="1940" actId="255"/>
          <ac:spMkLst>
            <pc:docMk/>
            <pc:sldMk cId="4080287693" sldId="273"/>
            <ac:spMk id="9" creationId="{74C1C04C-D534-3D97-EF0F-F229015AB188}"/>
          </ac:spMkLst>
        </pc:spChg>
        <pc:spChg chg="add mod">
          <ac:chgData name="Guilherme Matos" userId="3e9c09599860c27e" providerId="LiveId" clId="{FB95A341-7C2F-4061-B288-2B346711E9D4}" dt="2026-02-06T19:56:06.815" v="2053" actId="1076"/>
          <ac:spMkLst>
            <pc:docMk/>
            <pc:sldMk cId="4080287693" sldId="273"/>
            <ac:spMk id="10" creationId="{D15A987B-4FD3-3B18-0B17-F6EB7D4A8A90}"/>
          </ac:spMkLst>
        </pc:spChg>
        <pc:picChg chg="add mod">
          <ac:chgData name="Guilherme Matos" userId="3e9c09599860c27e" providerId="LiveId" clId="{FB95A341-7C2F-4061-B288-2B346711E9D4}" dt="2026-02-06T21:13:28.543" v="3516"/>
          <ac:picMkLst>
            <pc:docMk/>
            <pc:sldMk cId="4080287693" sldId="273"/>
            <ac:picMk id="4" creationId="{0992AD4B-FE18-90DF-0A2F-E83EEC87FBC1}"/>
          </ac:picMkLst>
        </pc:picChg>
        <pc:picChg chg="del">
          <ac:chgData name="Guilherme Matos" userId="3e9c09599860c27e" providerId="LiveId" clId="{FB95A341-7C2F-4061-B288-2B346711E9D4}" dt="2026-02-06T19:51:38.228" v="1850" actId="478"/>
          <ac:picMkLst>
            <pc:docMk/>
            <pc:sldMk cId="4080287693" sldId="273"/>
            <ac:picMk id="5" creationId="{CED54FC5-0D68-DA6E-37EE-7CE10E269BFA}"/>
          </ac:picMkLst>
        </pc:picChg>
        <pc:picChg chg="add mod modCrop">
          <ac:chgData name="Guilherme Matos" userId="3e9c09599860c27e" providerId="LiveId" clId="{FB95A341-7C2F-4061-B288-2B346711E9D4}" dt="2026-02-06T19:52:52.663" v="1891" actId="1076"/>
          <ac:picMkLst>
            <pc:docMk/>
            <pc:sldMk cId="4080287693" sldId="273"/>
            <ac:picMk id="6" creationId="{7488E620-2170-7A4C-84EA-7844B09A6C13}"/>
          </ac:picMkLst>
        </pc:picChg>
        <pc:picChg chg="add del">
          <ac:chgData name="Guilherme Matos" userId="3e9c09599860c27e" providerId="LiveId" clId="{FB95A341-7C2F-4061-B288-2B346711E9D4}" dt="2026-02-06T19:56:19.524" v="2055" actId="478"/>
          <ac:picMkLst>
            <pc:docMk/>
            <pc:sldMk cId="4080287693" sldId="273"/>
            <ac:picMk id="11" creationId="{E88115B9-33B0-9BCE-3C1E-77792FED694C}"/>
          </ac:picMkLst>
        </pc:picChg>
      </pc:sldChg>
      <pc:sldChg chg="addSp delSp modSp add mod">
        <pc:chgData name="Guilherme Matos" userId="3e9c09599860c27e" providerId="LiveId" clId="{FB95A341-7C2F-4061-B288-2B346711E9D4}" dt="2026-02-06T21:13:36.888" v="3521" actId="20577"/>
        <pc:sldMkLst>
          <pc:docMk/>
          <pc:sldMk cId="1471467325" sldId="274"/>
        </pc:sldMkLst>
        <pc:spChg chg="mod">
          <ac:chgData name="Guilherme Matos" userId="3e9c09599860c27e" providerId="LiveId" clId="{FB95A341-7C2F-4061-B288-2B346711E9D4}" dt="2026-02-06T21:13:36.888" v="3521" actId="20577"/>
          <ac:spMkLst>
            <pc:docMk/>
            <pc:sldMk cId="1471467325" sldId="274"/>
            <ac:spMk id="3" creationId="{771F1108-1C9A-09AE-CAD2-C3BEDF4CE4BD}"/>
          </ac:spMkLst>
        </pc:spChg>
        <pc:spChg chg="add mod">
          <ac:chgData name="Guilherme Matos" userId="3e9c09599860c27e" providerId="LiveId" clId="{FB95A341-7C2F-4061-B288-2B346711E9D4}" dt="2026-02-06T20:03:23.943" v="2105" actId="1076"/>
          <ac:spMkLst>
            <pc:docMk/>
            <pc:sldMk cId="1471467325" sldId="274"/>
            <ac:spMk id="8" creationId="{98E172F7-766F-7FCF-0587-ACFA792E6D3B}"/>
          </ac:spMkLst>
        </pc:spChg>
        <pc:spChg chg="del mod">
          <ac:chgData name="Guilherme Matos" userId="3e9c09599860c27e" providerId="LiveId" clId="{FB95A341-7C2F-4061-B288-2B346711E9D4}" dt="2026-02-06T19:56:40.712" v="2061"/>
          <ac:spMkLst>
            <pc:docMk/>
            <pc:sldMk cId="1471467325" sldId="274"/>
            <ac:spMk id="9" creationId="{9C897229-4D18-4C6A-DCC2-27B331A59274}"/>
          </ac:spMkLst>
        </pc:spChg>
        <pc:spChg chg="mod">
          <ac:chgData name="Guilherme Matos" userId="3e9c09599860c27e" providerId="LiveId" clId="{FB95A341-7C2F-4061-B288-2B346711E9D4}" dt="2026-02-06T19:56:35.050" v="2057" actId="20577"/>
          <ac:spMkLst>
            <pc:docMk/>
            <pc:sldMk cId="1471467325" sldId="274"/>
            <ac:spMk id="10" creationId="{211470C3-6AFC-CC00-E604-22DFED8A99EA}"/>
          </ac:spMkLst>
        </pc:spChg>
        <pc:spChg chg="add del mod">
          <ac:chgData name="Guilherme Matos" userId="3e9c09599860c27e" providerId="LiveId" clId="{FB95A341-7C2F-4061-B288-2B346711E9D4}" dt="2026-02-06T20:04:21.919" v="2149"/>
          <ac:spMkLst>
            <pc:docMk/>
            <pc:sldMk cId="1471467325" sldId="274"/>
            <ac:spMk id="11" creationId="{B0B31849-47BB-3CF5-BA66-8BF6F029A00C}"/>
          </ac:spMkLst>
        </pc:spChg>
        <pc:spChg chg="add mod">
          <ac:chgData name="Guilherme Matos" userId="3e9c09599860c27e" providerId="LiveId" clId="{FB95A341-7C2F-4061-B288-2B346711E9D4}" dt="2026-02-06T20:04:07.204" v="2118" actId="1076"/>
          <ac:spMkLst>
            <pc:docMk/>
            <pc:sldMk cId="1471467325" sldId="274"/>
            <ac:spMk id="12" creationId="{1613A331-9B10-F444-2C23-74DF1F635014}"/>
          </ac:spMkLst>
        </pc:spChg>
        <pc:picChg chg="add mod">
          <ac:chgData name="Guilherme Matos" userId="3e9c09599860c27e" providerId="LiveId" clId="{FB95A341-7C2F-4061-B288-2B346711E9D4}" dt="2026-02-06T20:03:20.502" v="2104" actId="1076"/>
          <ac:picMkLst>
            <pc:docMk/>
            <pc:sldMk cId="1471467325" sldId="274"/>
            <ac:picMk id="4" creationId="{A09B936A-B48E-AF02-D475-F8E3006CABA3}"/>
          </ac:picMkLst>
        </pc:picChg>
        <pc:picChg chg="add mod">
          <ac:chgData name="Guilherme Matos" userId="3e9c09599860c27e" providerId="LiveId" clId="{FB95A341-7C2F-4061-B288-2B346711E9D4}" dt="2026-02-06T21:13:31.597" v="3517"/>
          <ac:picMkLst>
            <pc:docMk/>
            <pc:sldMk cId="1471467325" sldId="274"/>
            <ac:picMk id="5" creationId="{E83AEE37-0039-F4E9-38B2-2EBA3C9F0E1A}"/>
          </ac:picMkLst>
        </pc:picChg>
        <pc:picChg chg="del">
          <ac:chgData name="Guilherme Matos" userId="3e9c09599860c27e" providerId="LiveId" clId="{FB95A341-7C2F-4061-B288-2B346711E9D4}" dt="2026-02-06T19:56:37.661" v="2058" actId="478"/>
          <ac:picMkLst>
            <pc:docMk/>
            <pc:sldMk cId="1471467325" sldId="274"/>
            <ac:picMk id="6" creationId="{A71DDDAB-F8CA-294E-CD0E-9640E54FAE54}"/>
          </ac:picMkLst>
        </pc:picChg>
        <pc:picChg chg="add mod">
          <ac:chgData name="Guilherme Matos" userId="3e9c09599860c27e" providerId="LiveId" clId="{FB95A341-7C2F-4061-B288-2B346711E9D4}" dt="2026-02-06T20:03:28.683" v="2106" actId="1076"/>
          <ac:picMkLst>
            <pc:docMk/>
            <pc:sldMk cId="1471467325" sldId="274"/>
            <ac:picMk id="7" creationId="{9F29D0B7-AE4D-7AE3-237B-8EB7C8387F6B}"/>
          </ac:picMkLst>
        </pc:picChg>
      </pc:sldChg>
      <pc:sldChg chg="addSp delSp modSp add mod">
        <pc:chgData name="Guilherme Matos" userId="3e9c09599860c27e" providerId="LiveId" clId="{FB95A341-7C2F-4061-B288-2B346711E9D4}" dt="2026-02-06T21:13:52.923" v="3525"/>
        <pc:sldMkLst>
          <pc:docMk/>
          <pc:sldMk cId="3011903628" sldId="275"/>
        </pc:sldMkLst>
        <pc:spChg chg="mod">
          <ac:chgData name="Guilherme Matos" userId="3e9c09599860c27e" providerId="LiveId" clId="{FB95A341-7C2F-4061-B288-2B346711E9D4}" dt="2026-02-06T20:06:51.415" v="2304" actId="1076"/>
          <ac:spMkLst>
            <pc:docMk/>
            <pc:sldMk cId="3011903628" sldId="275"/>
            <ac:spMk id="3" creationId="{C4CE317D-106D-D50D-C0FF-6603AD903091}"/>
          </ac:spMkLst>
        </pc:spChg>
        <pc:spChg chg="add del mod">
          <ac:chgData name="Guilherme Matos" userId="3e9c09599860c27e" providerId="LiveId" clId="{FB95A341-7C2F-4061-B288-2B346711E9D4}" dt="2026-02-06T20:07:14.470" v="2317"/>
          <ac:spMkLst>
            <pc:docMk/>
            <pc:sldMk cId="3011903628" sldId="275"/>
            <ac:spMk id="7" creationId="{77F7DD9D-AE70-C8F9-9EB4-5B1344A9AD9A}"/>
          </ac:spMkLst>
        </pc:spChg>
        <pc:picChg chg="add mod">
          <ac:chgData name="Guilherme Matos" userId="3e9c09599860c27e" providerId="LiveId" clId="{FB95A341-7C2F-4061-B288-2B346711E9D4}" dt="2026-02-06T21:13:52.923" v="3525"/>
          <ac:picMkLst>
            <pc:docMk/>
            <pc:sldMk cId="3011903628" sldId="275"/>
            <ac:picMk id="4" creationId="{6025D48B-7734-9665-5191-E2E421D2B366}"/>
          </ac:picMkLst>
        </pc:picChg>
        <pc:picChg chg="del">
          <ac:chgData name="Guilherme Matos" userId="3e9c09599860c27e" providerId="LiveId" clId="{FB95A341-7C2F-4061-B288-2B346711E9D4}" dt="2026-02-06T20:05:55.142" v="2257" actId="478"/>
          <ac:picMkLst>
            <pc:docMk/>
            <pc:sldMk cId="3011903628" sldId="275"/>
            <ac:picMk id="5" creationId="{D305C76B-7936-CCF0-292C-FBA96A478D29}"/>
          </ac:picMkLst>
        </pc:picChg>
        <pc:picChg chg="add mod">
          <ac:chgData name="Guilherme Matos" userId="3e9c09599860c27e" providerId="LiveId" clId="{FB95A341-7C2F-4061-B288-2B346711E9D4}" dt="2026-02-06T20:06:30.766" v="2263" actId="1076"/>
          <ac:picMkLst>
            <pc:docMk/>
            <pc:sldMk cId="3011903628" sldId="275"/>
            <ac:picMk id="6" creationId="{FE0AE1B8-2D4D-A504-8A36-D9B8B739BD9A}"/>
          </ac:picMkLst>
        </pc:picChg>
      </pc:sldChg>
      <pc:sldChg chg="addSp delSp modSp add del mod">
        <pc:chgData name="Guilherme Matos" userId="3e9c09599860c27e" providerId="LiveId" clId="{FB95A341-7C2F-4061-B288-2B346711E9D4}" dt="2026-02-06T20:26:25.382" v="2888" actId="2696"/>
        <pc:sldMkLst>
          <pc:docMk/>
          <pc:sldMk cId="1001126774" sldId="276"/>
        </pc:sldMkLst>
        <pc:spChg chg="mod">
          <ac:chgData name="Guilherme Matos" userId="3e9c09599860c27e" providerId="LiveId" clId="{FB95A341-7C2F-4061-B288-2B346711E9D4}" dt="2026-02-06T20:25:42.106" v="2882" actId="20577"/>
          <ac:spMkLst>
            <pc:docMk/>
            <pc:sldMk cId="1001126774" sldId="276"/>
            <ac:spMk id="3" creationId="{DC3A9705-57FE-66D1-1F19-73DE66B68F57}"/>
          </ac:spMkLst>
        </pc:spChg>
        <pc:spChg chg="del">
          <ac:chgData name="Guilherme Matos" userId="3e9c09599860c27e" providerId="LiveId" clId="{FB95A341-7C2F-4061-B288-2B346711E9D4}" dt="2026-02-06T20:13:11.713" v="2762" actId="478"/>
          <ac:spMkLst>
            <pc:docMk/>
            <pc:sldMk cId="1001126774" sldId="276"/>
            <ac:spMk id="4" creationId="{F51C88C2-720C-822B-11ED-19536DB8CBE5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5" creationId="{86A7D7AD-D0F9-7384-6AED-D5F6DBD0C523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8" creationId="{0E27AA2B-0BC3-C5C9-CC8A-DF316EAB0C99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9" creationId="{2C139C7C-3817-9DD2-78B3-2CF52A5EEE96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10" creationId="{2F5B60D6-2868-361E-0C4D-8EF2619FB14B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11" creationId="{91CC7C33-5042-20DE-4648-ED70CCC3075A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12" creationId="{B054AAAA-A719-DB93-E913-959C9E4AC4ED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14" creationId="{649BFEEA-FF7C-6FBD-BDA2-080D1BED7C14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17" creationId="{E9418B90-C972-6C3B-C730-523340F5F119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18" creationId="{3D59E54E-CB04-2E82-2E12-62A2EEAE650D}"/>
          </ac:spMkLst>
        </pc:spChg>
        <pc:spChg chg="del">
          <ac:chgData name="Guilherme Matos" userId="3e9c09599860c27e" providerId="LiveId" clId="{FB95A341-7C2F-4061-B288-2B346711E9D4}" dt="2026-02-06T20:13:09.646" v="2761" actId="478"/>
          <ac:spMkLst>
            <pc:docMk/>
            <pc:sldMk cId="1001126774" sldId="276"/>
            <ac:spMk id="19" creationId="{B3AC316A-E9A0-E981-25AB-94D7C9B0C67D}"/>
          </ac:spMkLst>
        </pc:spChg>
        <pc:spChg chg="add mod">
          <ac:chgData name="Guilherme Matos" userId="3e9c09599860c27e" providerId="LiveId" clId="{FB95A341-7C2F-4061-B288-2B346711E9D4}" dt="2026-02-06T20:23:13.402" v="2770" actId="1076"/>
          <ac:spMkLst>
            <pc:docMk/>
            <pc:sldMk cId="1001126774" sldId="276"/>
            <ac:spMk id="24" creationId="{FEDB7728-E17B-A116-0469-6D7C5621CAF2}"/>
          </ac:spMkLst>
        </pc:spChg>
        <pc:picChg chg="add del mod">
          <ac:chgData name="Guilherme Matos" userId="3e9c09599860c27e" providerId="LiveId" clId="{FB95A341-7C2F-4061-B288-2B346711E9D4}" dt="2026-02-06T20:17:44.194" v="2768" actId="478"/>
          <ac:picMkLst>
            <pc:docMk/>
            <pc:sldMk cId="1001126774" sldId="276"/>
            <ac:picMk id="22" creationId="{489D4D5F-85C3-D196-3C57-8F1099397D6A}"/>
          </ac:picMkLst>
        </pc:picChg>
        <pc:picChg chg="add del mod">
          <ac:chgData name="Guilherme Matos" userId="3e9c09599860c27e" providerId="LiveId" clId="{FB95A341-7C2F-4061-B288-2B346711E9D4}" dt="2026-02-06T20:25:21.112" v="2789" actId="478"/>
          <ac:picMkLst>
            <pc:docMk/>
            <pc:sldMk cId="1001126774" sldId="276"/>
            <ac:picMk id="26" creationId="{23AE7327-6775-F395-4E4C-04703FC2F7B9}"/>
          </ac:picMkLst>
        </pc:picChg>
      </pc:sldChg>
      <pc:sldChg chg="addSp delSp modSp add del mod ord">
        <pc:chgData name="Guilherme Matos" userId="3e9c09599860c27e" providerId="LiveId" clId="{FB95A341-7C2F-4061-B288-2B346711E9D4}" dt="2026-02-06T20:34:58.155" v="3376" actId="2696"/>
        <pc:sldMkLst>
          <pc:docMk/>
          <pc:sldMk cId="2979318538" sldId="276"/>
        </pc:sldMkLst>
        <pc:spChg chg="mod">
          <ac:chgData name="Guilherme Matos" userId="3e9c09599860c27e" providerId="LiveId" clId="{FB95A341-7C2F-4061-B288-2B346711E9D4}" dt="2026-02-06T20:27:11.622" v="2938" actId="20577"/>
          <ac:spMkLst>
            <pc:docMk/>
            <pc:sldMk cId="2979318538" sldId="276"/>
            <ac:spMk id="3" creationId="{811AF856-2D9E-32A2-020D-64D1F3E9CCB5}"/>
          </ac:spMkLst>
        </pc:spChg>
        <pc:spChg chg="add mod">
          <ac:chgData name="Guilherme Matos" userId="3e9c09599860c27e" providerId="LiveId" clId="{FB95A341-7C2F-4061-B288-2B346711E9D4}" dt="2026-02-06T20:26:57.964" v="2895" actId="767"/>
          <ac:spMkLst>
            <pc:docMk/>
            <pc:sldMk cId="2979318538" sldId="276"/>
            <ac:spMk id="4" creationId="{62FE1641-1F0C-CAFE-1EF1-08CD85E0D165}"/>
          </ac:spMkLst>
        </pc:spChg>
        <pc:spChg chg="mod">
          <ac:chgData name="Guilherme Matos" userId="3e9c09599860c27e" providerId="LiveId" clId="{FB95A341-7C2F-4061-B288-2B346711E9D4}" dt="2026-02-06T20:27:36.456" v="2954" actId="20577"/>
          <ac:spMkLst>
            <pc:docMk/>
            <pc:sldMk cId="2979318538" sldId="276"/>
            <ac:spMk id="7" creationId="{4497F1CE-B1F4-22BE-09BC-36BD97A2C598}"/>
          </ac:spMkLst>
        </pc:spChg>
        <pc:spChg chg="mod">
          <ac:chgData name="Guilherme Matos" userId="3e9c09599860c27e" providerId="LiveId" clId="{FB95A341-7C2F-4061-B288-2B346711E9D4}" dt="2026-02-06T20:27:33.121" v="2944" actId="20577"/>
          <ac:spMkLst>
            <pc:docMk/>
            <pc:sldMk cId="2979318538" sldId="276"/>
            <ac:spMk id="8" creationId="{B440C223-EB9A-1437-C929-24BC256D6B5B}"/>
          </ac:spMkLst>
        </pc:spChg>
        <pc:spChg chg="mod">
          <ac:chgData name="Guilherme Matos" userId="3e9c09599860c27e" providerId="LiveId" clId="{FB95A341-7C2F-4061-B288-2B346711E9D4}" dt="2026-02-06T20:27:25.844" v="2939" actId="20577"/>
          <ac:spMkLst>
            <pc:docMk/>
            <pc:sldMk cId="2979318538" sldId="276"/>
            <ac:spMk id="10" creationId="{9307D7BD-F4B7-68D7-BAC9-5D9124158B2C}"/>
          </ac:spMkLst>
        </pc:spChg>
        <pc:picChg chg="add del mod">
          <ac:chgData name="Guilherme Matos" userId="3e9c09599860c27e" providerId="LiveId" clId="{FB95A341-7C2F-4061-B288-2B346711E9D4}" dt="2026-02-06T20:27:57.512" v="2959" actId="1076"/>
          <ac:picMkLst>
            <pc:docMk/>
            <pc:sldMk cId="2979318538" sldId="276"/>
            <ac:picMk id="2" creationId="{61D786EC-C820-DB27-00A8-90A3182BC1E1}"/>
          </ac:picMkLst>
        </pc:picChg>
      </pc:sldChg>
      <pc:sldChg chg="delSp add del mod ord">
        <pc:chgData name="Guilherme Matos" userId="3e9c09599860c27e" providerId="LiveId" clId="{FB95A341-7C2F-4061-B288-2B346711E9D4}" dt="2026-02-06T20:26:21.654" v="2887" actId="2696"/>
        <pc:sldMkLst>
          <pc:docMk/>
          <pc:sldMk cId="1178995737" sldId="277"/>
        </pc:sldMkLst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3" creationId="{FD945ED5-0632-2352-4D59-2976631CA9A1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4" creationId="{ACD12F21-C5D7-8CB8-70F4-3AFC04EC701F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5" creationId="{AD72D26B-4F18-DA74-3A97-14A948500FAE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8" creationId="{894E178C-67C1-D712-F1CF-76C446786B7C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9" creationId="{9AA939EE-C78A-26DA-68B2-1AAF882D99A9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10" creationId="{58A5DD32-DE51-647B-6374-57834A027D52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13" creationId="{22E2E5A8-4A38-BE30-3244-45DD003CC984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14" creationId="{107FA14B-993F-253A-3929-546E22BCB163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17" creationId="{9DE8A326-2B49-0F7E-F144-2CFECFC42F49}"/>
          </ac:spMkLst>
        </pc:spChg>
        <pc:spChg chg="del">
          <ac:chgData name="Guilherme Matos" userId="3e9c09599860c27e" providerId="LiveId" clId="{FB95A341-7C2F-4061-B288-2B346711E9D4}" dt="2026-02-06T20:26:13.991" v="2886" actId="478"/>
          <ac:spMkLst>
            <pc:docMk/>
            <pc:sldMk cId="1178995737" sldId="277"/>
            <ac:spMk id="19" creationId="{05BDBFB1-0842-F7E8-13BB-184CB32CC7B0}"/>
          </ac:spMkLst>
        </pc:spChg>
      </pc:sldChg>
      <pc:sldChg chg="addSp modSp add mod ord">
        <pc:chgData name="Guilherme Matos" userId="3e9c09599860c27e" providerId="LiveId" clId="{FB95A341-7C2F-4061-B288-2B346711E9D4}" dt="2026-02-06T21:14:04.598" v="3529"/>
        <pc:sldMkLst>
          <pc:docMk/>
          <pc:sldMk cId="2326831458" sldId="277"/>
        </pc:sldMkLst>
        <pc:spChg chg="mod">
          <ac:chgData name="Guilherme Matos" userId="3e9c09599860c27e" providerId="LiveId" clId="{FB95A341-7C2F-4061-B288-2B346711E9D4}" dt="2026-02-06T20:27:52.163" v="2958" actId="20577"/>
          <ac:spMkLst>
            <pc:docMk/>
            <pc:sldMk cId="2326831458" sldId="277"/>
            <ac:spMk id="3" creationId="{55DD9D23-B9E7-B87B-2C13-7AA260F836C9}"/>
          </ac:spMkLst>
        </pc:spChg>
        <pc:spChg chg="mod">
          <ac:chgData name="Guilherme Matos" userId="3e9c09599860c27e" providerId="LiveId" clId="{FB95A341-7C2F-4061-B288-2B346711E9D4}" dt="2026-02-06T20:34:50.766" v="3375" actId="1076"/>
          <ac:spMkLst>
            <pc:docMk/>
            <pc:sldMk cId="2326831458" sldId="277"/>
            <ac:spMk id="4" creationId="{6F6AAD75-5F50-1C5B-30DF-8A173C968A3E}"/>
          </ac:spMkLst>
        </pc:spChg>
        <pc:spChg chg="mod">
          <ac:chgData name="Guilherme Matos" userId="3e9c09599860c27e" providerId="LiveId" clId="{FB95A341-7C2F-4061-B288-2B346711E9D4}" dt="2026-02-06T20:28:17.595" v="2971" actId="20577"/>
          <ac:spMkLst>
            <pc:docMk/>
            <pc:sldMk cId="2326831458" sldId="277"/>
            <ac:spMk id="8" creationId="{37FD19D9-11C2-5D02-7461-44F1FF7B4370}"/>
          </ac:spMkLst>
        </pc:spChg>
        <pc:spChg chg="mod">
          <ac:chgData name="Guilherme Matos" userId="3e9c09599860c27e" providerId="LiveId" clId="{FB95A341-7C2F-4061-B288-2B346711E9D4}" dt="2026-02-06T20:29:43.831" v="3001" actId="113"/>
          <ac:spMkLst>
            <pc:docMk/>
            <pc:sldMk cId="2326831458" sldId="277"/>
            <ac:spMk id="9" creationId="{1506F4CF-0BAA-9264-5B53-719BED05D27F}"/>
          </ac:spMkLst>
        </pc:spChg>
        <pc:spChg chg="mod">
          <ac:chgData name="Guilherme Matos" userId="3e9c09599860c27e" providerId="LiveId" clId="{FB95A341-7C2F-4061-B288-2B346711E9D4}" dt="2026-02-06T20:30:34.818" v="3008"/>
          <ac:spMkLst>
            <pc:docMk/>
            <pc:sldMk cId="2326831458" sldId="277"/>
            <ac:spMk id="10" creationId="{D9EF025A-856E-C833-178C-A336D212110B}"/>
          </ac:spMkLst>
        </pc:spChg>
        <pc:spChg chg="mod">
          <ac:chgData name="Guilherme Matos" userId="3e9c09599860c27e" providerId="LiveId" clId="{FB95A341-7C2F-4061-B288-2B346711E9D4}" dt="2026-02-06T20:28:21.987" v="2980" actId="20577"/>
          <ac:spMkLst>
            <pc:docMk/>
            <pc:sldMk cId="2326831458" sldId="277"/>
            <ac:spMk id="11" creationId="{BCD09A0B-0F6C-8110-7D31-97ED3288EC20}"/>
          </ac:spMkLst>
        </pc:spChg>
        <pc:spChg chg="mod">
          <ac:chgData name="Guilherme Matos" userId="3e9c09599860c27e" providerId="LiveId" clId="{FB95A341-7C2F-4061-B288-2B346711E9D4}" dt="2026-02-06T20:30:19.318" v="3006" actId="113"/>
          <ac:spMkLst>
            <pc:docMk/>
            <pc:sldMk cId="2326831458" sldId="277"/>
            <ac:spMk id="12" creationId="{14EF9D1A-E826-FDC2-2AF5-772C80FEE939}"/>
          </ac:spMkLst>
        </pc:spChg>
        <pc:spChg chg="mod">
          <ac:chgData name="Guilherme Matos" userId="3e9c09599860c27e" providerId="LiveId" clId="{FB95A341-7C2F-4061-B288-2B346711E9D4}" dt="2026-02-06T20:30:23.398" v="3007" actId="20577"/>
          <ac:spMkLst>
            <pc:docMk/>
            <pc:sldMk cId="2326831458" sldId="277"/>
            <ac:spMk id="13" creationId="{CDC0B7BF-8338-90E8-7451-59183EEDD662}"/>
          </ac:spMkLst>
        </pc:spChg>
        <pc:spChg chg="mod">
          <ac:chgData name="Guilherme Matos" userId="3e9c09599860c27e" providerId="LiveId" clId="{FB95A341-7C2F-4061-B288-2B346711E9D4}" dt="2026-02-06T20:28:27.837" v="2989" actId="20577"/>
          <ac:spMkLst>
            <pc:docMk/>
            <pc:sldMk cId="2326831458" sldId="277"/>
            <ac:spMk id="14" creationId="{ECE461DD-DEFA-012B-6646-B74EE2E9C1E5}"/>
          </ac:spMkLst>
        </pc:spChg>
        <pc:spChg chg="mod">
          <ac:chgData name="Guilherme Matos" userId="3e9c09599860c27e" providerId="LiveId" clId="{FB95A341-7C2F-4061-B288-2B346711E9D4}" dt="2026-02-06T20:29:13.706" v="2996"/>
          <ac:spMkLst>
            <pc:docMk/>
            <pc:sldMk cId="2326831458" sldId="277"/>
            <ac:spMk id="15" creationId="{81CEEEBC-D617-22B1-5AC5-4A6C0AA59554}"/>
          </ac:spMkLst>
        </pc:spChg>
        <pc:spChg chg="mod">
          <ac:chgData name="Guilherme Matos" userId="3e9c09599860c27e" providerId="LiveId" clId="{FB95A341-7C2F-4061-B288-2B346711E9D4}" dt="2026-02-06T20:34:31.949" v="3373" actId="20577"/>
          <ac:spMkLst>
            <pc:docMk/>
            <pc:sldMk cId="2326831458" sldId="277"/>
            <ac:spMk id="17" creationId="{B5278D1A-98DB-66FF-0B1B-CCC68D66183F}"/>
          </ac:spMkLst>
        </pc:spChg>
        <pc:spChg chg="mod">
          <ac:chgData name="Guilherme Matos" userId="3e9c09599860c27e" providerId="LiveId" clId="{FB95A341-7C2F-4061-B288-2B346711E9D4}" dt="2026-02-06T20:31:52.614" v="3054"/>
          <ac:spMkLst>
            <pc:docMk/>
            <pc:sldMk cId="2326831458" sldId="277"/>
            <ac:spMk id="18" creationId="{6CA62958-4C76-BC46-E1B7-65E703E7088F}"/>
          </ac:spMkLst>
        </pc:spChg>
        <pc:spChg chg="mod">
          <ac:chgData name="Guilherme Matos" userId="3e9c09599860c27e" providerId="LiveId" clId="{FB95A341-7C2F-4061-B288-2B346711E9D4}" dt="2026-02-06T20:32:59.933" v="3126" actId="20577"/>
          <ac:spMkLst>
            <pc:docMk/>
            <pc:sldMk cId="2326831458" sldId="277"/>
            <ac:spMk id="19" creationId="{356521CA-49ED-3975-D804-A658B25946C3}"/>
          </ac:spMkLst>
        </pc:spChg>
        <pc:spChg chg="mod">
          <ac:chgData name="Guilherme Matos" userId="3e9c09599860c27e" providerId="LiveId" clId="{FB95A341-7C2F-4061-B288-2B346711E9D4}" dt="2026-02-06T20:34:42.270" v="3374" actId="2711"/>
          <ac:spMkLst>
            <pc:docMk/>
            <pc:sldMk cId="2326831458" sldId="277"/>
            <ac:spMk id="20" creationId="{F3B93488-A415-5D2E-9F41-62304BF5C9C7}"/>
          </ac:spMkLst>
        </pc:spChg>
        <pc:spChg chg="add mod">
          <ac:chgData name="Guilherme Matos" userId="3e9c09599860c27e" providerId="LiveId" clId="{FB95A341-7C2F-4061-B288-2B346711E9D4}" dt="2026-02-06T20:35:14.636" v="3379" actId="255"/>
          <ac:spMkLst>
            <pc:docMk/>
            <pc:sldMk cId="2326831458" sldId="277"/>
            <ac:spMk id="22" creationId="{CC437857-756E-643C-8AD1-CCCEDF1C08AD}"/>
          </ac:spMkLst>
        </pc:spChg>
        <pc:spChg chg="add mod">
          <ac:chgData name="Guilherme Matos" userId="3e9c09599860c27e" providerId="LiveId" clId="{FB95A341-7C2F-4061-B288-2B346711E9D4}" dt="2026-02-06T20:32:35.994" v="3114" actId="20577"/>
          <ac:spMkLst>
            <pc:docMk/>
            <pc:sldMk cId="2326831458" sldId="277"/>
            <ac:spMk id="24" creationId="{6B967103-9452-96E1-D113-F2EEDD75FE62}"/>
          </ac:spMkLst>
        </pc:spChg>
        <pc:picChg chg="mod">
          <ac:chgData name="Guilherme Matos" userId="3e9c09599860c27e" providerId="LiveId" clId="{FB95A341-7C2F-4061-B288-2B346711E9D4}" dt="2026-02-06T21:14:02.514" v="3528" actId="1076"/>
          <ac:picMkLst>
            <pc:docMk/>
            <pc:sldMk cId="2326831458" sldId="277"/>
            <ac:picMk id="2" creationId="{F94DBD63-1857-B8C4-BF40-E087EE618CA3}"/>
          </ac:picMkLst>
        </pc:picChg>
        <pc:picChg chg="add mod">
          <ac:chgData name="Guilherme Matos" userId="3e9c09599860c27e" providerId="LiveId" clId="{FB95A341-7C2F-4061-B288-2B346711E9D4}" dt="2026-02-06T21:14:04.598" v="3529"/>
          <ac:picMkLst>
            <pc:docMk/>
            <pc:sldMk cId="2326831458" sldId="277"/>
            <ac:picMk id="21" creationId="{44BC475B-1ED7-AD4D-EDA4-4E59B548E602}"/>
          </ac:picMkLst>
        </pc:picChg>
      </pc:sldChg>
      <pc:sldChg chg="add del">
        <pc:chgData name="Guilherme Matos" userId="3e9c09599860c27e" providerId="LiveId" clId="{FB95A341-7C2F-4061-B288-2B346711E9D4}" dt="2026-02-06T20:59:13.179" v="3480" actId="2696"/>
        <pc:sldMkLst>
          <pc:docMk/>
          <pc:sldMk cId="1695951297" sldId="278"/>
        </pc:sldMkLst>
      </pc:sldChg>
      <pc:sldChg chg="addSp delSp modSp add del mod ord">
        <pc:chgData name="Guilherme Matos" userId="3e9c09599860c27e" providerId="LiveId" clId="{FB95A341-7C2F-4061-B288-2B346711E9D4}" dt="2026-02-06T20:46:25.218" v="3435" actId="2696"/>
        <pc:sldMkLst>
          <pc:docMk/>
          <pc:sldMk cId="1790904920" sldId="279"/>
        </pc:sldMkLst>
        <pc:spChg chg="mod">
          <ac:chgData name="Guilherme Matos" userId="3e9c09599860c27e" providerId="LiveId" clId="{FB95A341-7C2F-4061-B288-2B346711E9D4}" dt="2026-02-06T20:36:59.358" v="3391" actId="20577"/>
          <ac:spMkLst>
            <pc:docMk/>
            <pc:sldMk cId="1790904920" sldId="279"/>
            <ac:spMk id="3" creationId="{DFB925F6-24AD-4467-7D72-B07F18C8F31C}"/>
          </ac:spMkLst>
        </pc:spChg>
        <pc:spChg chg="del">
          <ac:chgData name="Guilherme Matos" userId="3e9c09599860c27e" providerId="LiveId" clId="{FB95A341-7C2F-4061-B288-2B346711E9D4}" dt="2026-02-06T20:36:46.669" v="3386" actId="478"/>
          <ac:spMkLst>
            <pc:docMk/>
            <pc:sldMk cId="1790904920" sldId="279"/>
            <ac:spMk id="4" creationId="{B7A38C4F-DAE1-0D42-550A-333124F6E248}"/>
          </ac:spMkLst>
        </pc:spChg>
        <pc:spChg chg="del">
          <ac:chgData name="Guilherme Matos" userId="3e9c09599860c27e" providerId="LiveId" clId="{FB95A341-7C2F-4061-B288-2B346711E9D4}" dt="2026-02-06T20:36:46.669" v="3386" actId="478"/>
          <ac:spMkLst>
            <pc:docMk/>
            <pc:sldMk cId="1790904920" sldId="279"/>
            <ac:spMk id="5" creationId="{B88F17CE-8D29-7623-5CFA-742A8C3ECD70}"/>
          </ac:spMkLst>
        </pc:spChg>
        <pc:spChg chg="del">
          <ac:chgData name="Guilherme Matos" userId="3e9c09599860c27e" providerId="LiveId" clId="{FB95A341-7C2F-4061-B288-2B346711E9D4}" dt="2026-02-06T20:36:48.115" v="3387" actId="478"/>
          <ac:spMkLst>
            <pc:docMk/>
            <pc:sldMk cId="1790904920" sldId="279"/>
            <ac:spMk id="6" creationId="{A23CCAED-7DF5-D343-B1A9-438F704E2621}"/>
          </ac:spMkLst>
        </pc:spChg>
        <pc:spChg chg="mod">
          <ac:chgData name="Guilherme Matos" userId="3e9c09599860c27e" providerId="LiveId" clId="{FB95A341-7C2F-4061-B288-2B346711E9D4}" dt="2026-02-06T20:36:56.485" v="3389" actId="20577"/>
          <ac:spMkLst>
            <pc:docMk/>
            <pc:sldMk cId="1790904920" sldId="279"/>
            <ac:spMk id="7" creationId="{BD11C80C-9292-2DAB-C875-813D684E7405}"/>
          </ac:spMkLst>
        </pc:spChg>
        <pc:spChg chg="add mod">
          <ac:chgData name="Guilherme Matos" userId="3e9c09599860c27e" providerId="LiveId" clId="{FB95A341-7C2F-4061-B288-2B346711E9D4}" dt="2026-02-06T20:37:13.531" v="3394" actId="14100"/>
          <ac:spMkLst>
            <pc:docMk/>
            <pc:sldMk cId="1790904920" sldId="279"/>
            <ac:spMk id="10" creationId="{42AE2A00-5401-4BE7-27A7-122F6687CCA1}"/>
          </ac:spMkLst>
        </pc:spChg>
        <pc:picChg chg="add mod">
          <ac:chgData name="Guilherme Matos" userId="3e9c09599860c27e" providerId="LiveId" clId="{FB95A341-7C2F-4061-B288-2B346711E9D4}" dt="2026-02-06T20:44:01.949" v="3401" actId="1076"/>
          <ac:picMkLst>
            <pc:docMk/>
            <pc:sldMk cId="1790904920" sldId="279"/>
            <ac:picMk id="12" creationId="{B4F65A86-5D4F-67DC-6924-AAB2A7F55BE5}"/>
          </ac:picMkLst>
        </pc:picChg>
        <pc:picChg chg="del">
          <ac:chgData name="Guilherme Matos" userId="3e9c09599860c27e" providerId="LiveId" clId="{FB95A341-7C2F-4061-B288-2B346711E9D4}" dt="2026-02-06T20:36:57.185" v="3390" actId="478"/>
          <ac:picMkLst>
            <pc:docMk/>
            <pc:sldMk cId="1790904920" sldId="279"/>
            <ac:picMk id="13" creationId="{2580267C-B713-A06A-E80C-1E38DFD4DED7}"/>
          </ac:picMkLst>
        </pc:picChg>
        <pc:picChg chg="add mod">
          <ac:chgData name="Guilherme Matos" userId="3e9c09599860c27e" providerId="LiveId" clId="{FB95A341-7C2F-4061-B288-2B346711E9D4}" dt="2026-02-06T20:44:42.561" v="3408" actId="1076"/>
          <ac:picMkLst>
            <pc:docMk/>
            <pc:sldMk cId="1790904920" sldId="279"/>
            <ac:picMk id="15" creationId="{88E973C5-8BA1-9AC2-AFBF-F025F266F7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40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E9BE-5930-6132-A63A-6A6DCF487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D5D3E-1DCD-DB0C-CFA9-39F688D2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5B48A-2CD2-5290-C0CE-CA202D434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F3087-1F7D-606E-BF2C-E41071717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98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2437-7945-21CE-445D-4C244ED7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67BC1-A113-0150-BC5D-534AE724C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60AEB-6ACF-9C0E-C7F5-198F5039E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A16B9-D2C5-C4DB-59C4-9DAC74A45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13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5E9E6-84CA-426F-016C-ED7FE199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F8427-5F8E-91AF-B0B6-985E7D3D1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B2E97-4ACA-548A-45F6-6285933B6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3CB6-F3B4-4D84-FCB0-ED2DD6F00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55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A7A47-184D-0126-3EAB-F29AA9E24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56742-E79B-F034-34E9-BD3D04320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67BC9-9480-D7AD-888B-A037AB366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7364A-64F7-2E13-3ADF-E322463C5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58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089A-D9DC-DB37-AF3C-A78CC9EC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A6FAE-22B9-F443-6452-A24D0339A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F37F5-18AC-2435-8BCC-D571C0985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C3BB5-45C7-2F86-6346-4C07569DA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11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6182-D439-BDB6-6BCA-6565478A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56C5B-E91E-ECDE-BB5B-D5BD10FF6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BCDF0-71BD-C1A6-6407-12C427297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DF012-4906-FC23-7DE9-F726EFE7A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31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D73D-C400-44A6-D116-7E629239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EA027-05FF-3C82-0786-7535DFE40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DE8ED-67CF-0D45-7BE8-82471784B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2513A-F045-5047-81BB-C9ED13B39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43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EFB4-0E84-2FC6-29A8-14C81172E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5E444-78B6-E140-462C-A4981D767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DF891-FB3F-E0B3-7F2F-038FE22EE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449C6-E95B-3FF8-0ADA-9D6E8B5CF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82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8147-41AF-3254-ABD4-B65B0986F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F3F2F-FBEB-92FA-F3DD-21D4183F6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8675C-2C00-4D48-AAEE-901A9456F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E548-DCF2-351D-3575-BB3AF558F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44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151E-5FF5-5A5C-151D-06224C8D1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803FE-4229-56DE-2789-8FFA1E34A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2035F-B598-330E-CB6A-9F9B903E1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2CE93-65E5-6B53-6651-828E21889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64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825745"/>
            <a:ext cx="71437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IA </a:t>
            </a:r>
            <a:r>
              <a:rPr lang="en-US" sz="3294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como</a:t>
            </a:r>
            <a:r>
              <a:rPr lang="en-US" sz="3294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</a:t>
            </a:r>
            <a:r>
              <a:rPr lang="en-US" sz="3294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infraestrutura</a:t>
            </a:r>
            <a:r>
              <a:rPr lang="en-US" sz="3294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</a:t>
            </a:r>
            <a:r>
              <a:rPr lang="en-US" sz="3294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crítica</a:t>
            </a:r>
            <a:r>
              <a:rPr lang="en-US" sz="3294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: Uma </a:t>
            </a:r>
            <a:r>
              <a:rPr lang="en-US" sz="3294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análise</a:t>
            </a:r>
            <a:r>
              <a:rPr lang="en-US" sz="3294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</a:t>
            </a:r>
            <a:r>
              <a:rPr lang="en-US" sz="3294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comparativa</a:t>
            </a:r>
            <a:r>
              <a:rPr lang="en-US" sz="3294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(1999-2025)</a:t>
            </a:r>
            <a:endParaRPr lang="en-US" sz="3294" dirty="0">
              <a:latin typeface="Amasis MT Pro Black" panose="02040A040500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800" y="2505921"/>
            <a:ext cx="8001000" cy="268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  <a:latin typeface="Bierstadt" panose="020B0004020202020204" pitchFamily="34" charset="0"/>
              </a:rPr>
              <a:t>Comparando a integração sistêmica da Inteligência Artificial com a Bolha Dot-com.</a:t>
            </a:r>
            <a:endParaRPr lang="en-US" sz="1704" dirty="0">
              <a:latin typeface="Bierstadt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3881093"/>
            <a:ext cx="53768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Guilherme Matos (FEA/USP), Jonathan Pereira (IME/USP), Marco Antonio (IF/USP)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5800" y="4252568"/>
            <a:ext cx="53768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Universidade de São Paulo</a:t>
            </a:r>
            <a:endParaRPr lang="en-US" sz="987" dirty="0"/>
          </a:p>
        </p:txBody>
      </p:sp>
      <p:pic>
        <p:nvPicPr>
          <p:cNvPr id="7" name="Imagem 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F49AA65-DC9F-DAC2-E26C-BC85770E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13231"/>
            <a:ext cx="8715375" cy="79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A IA é um driver Sistêmico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ou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apenas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um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fenômeno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setorial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?</a:t>
            </a:r>
            <a:endParaRPr lang="en-US" sz="2436" dirty="0">
              <a:latin typeface="Amasis MT Pro Black" panose="02040A040500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5775" y="2016965"/>
            <a:ext cx="2808461" cy="3466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Bolha Dot-com (1997-2000)</a:t>
            </a:r>
            <a:endParaRPr lang="en-US" sz="1602" dirty="0">
              <a:latin typeface="Amasis MT Pro Black" panose="02040A040500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85775" y="2558104"/>
            <a:ext cx="4000500" cy="438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Descolamento extremo entre a valorização das empresas de tecnologia e os fundamentos da economia real.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5775" y="3158179"/>
            <a:ext cx="4000500" cy="438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Caso Cisco: após o ápice em 2000, a empresa enfrentou uma desvalorização de 78%.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72025" y="2016965"/>
            <a:ext cx="2420534" cy="3466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Ciclo Atual (2022-2025)</a:t>
            </a:r>
            <a:endParaRPr lang="en-US" sz="1602" dirty="0">
              <a:latin typeface="Amasis MT Pro Black" panose="02040A040500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72025" y="2558104"/>
            <a:ext cx="4000500" cy="438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Lançamento do ChatGPT e demanda massiva por infraestrutura física e semicondutores.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72025" y="3158179"/>
            <a:ext cx="4000500" cy="438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A IA impõe uma demanda intensa sobre ativos de energia e hardware especializado.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5775" y="4244029"/>
            <a:ext cx="8286750" cy="64748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i="1" dirty="0">
                <a:solidFill>
                  <a:srgbClr val="FFD700"/>
                </a:solidFill>
                <a:latin typeface="Bierstadt" panose="020B0004020202020204" pitchFamily="34" charset="0"/>
              </a:rPr>
              <a:t>Pergunta Central: A IA representa um driver sistêmico genuíno ou constitui um fenômeno isolado com potencial de reversão?</a:t>
            </a:r>
            <a:endParaRPr lang="en-US" sz="1486" dirty="0">
              <a:latin typeface="Bierstadt" panose="020B0004020202020204" pitchFamily="34" charset="0"/>
            </a:endParaRPr>
          </a:p>
        </p:txBody>
      </p:sp>
      <p:pic>
        <p:nvPicPr>
          <p:cNvPr id="11" name="Imagem 10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F49AA65-DC9F-DAC2-E26C-BC85770E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250380" y="36724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41793"/>
            <a:ext cx="5950027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Rigor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estatístico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para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filtrar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o "Hype"</a:t>
            </a:r>
            <a:endParaRPr lang="en-US" sz="2436" dirty="0">
              <a:latin typeface="Amasis MT Pro Black" panose="02040A040500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357954"/>
            <a:ext cx="20002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1550" y="1493686"/>
            <a:ext cx="35504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Painel de Dados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971550" y="1856231"/>
            <a:ext cx="3550444" cy="34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Retornos diários de líderes de IA (NVIDIA, MSFT, PLTR) e ETFs setoriais (Energia, Indústria, Consumo) de 2021 a 2025.</a:t>
            </a:r>
            <a:endParaRPr lang="en-US" sz="942" dirty="0">
              <a:latin typeface="Bierstadt" panose="020B00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306" y="1357954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07781" y="1493686"/>
            <a:ext cx="35218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Permutação Monte Carlo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5107781" y="1856231"/>
            <a:ext cx="3521869" cy="34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10.000 reamostragens independentes para validar correlações e eliminar relações espúrias induzidas por ruído.</a:t>
            </a:r>
            <a:endParaRPr lang="en-US" sz="942" dirty="0">
              <a:latin typeface="Bierstadt" panose="020B00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917775"/>
            <a:ext cx="257175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8700" y="3053507"/>
            <a:ext cx="34932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Causalidade de Granger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1028700" y="3416052"/>
            <a:ext cx="3493294" cy="34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Investigação de precedência temporal entre retornos tecnológicos e segmentos da economia real.</a:t>
            </a:r>
            <a:endParaRPr lang="en-US" sz="942" dirty="0">
              <a:latin typeface="Bierstadt" panose="020B000402020202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306" y="2917775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07781" y="3053507"/>
            <a:ext cx="35218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Análise Fatorial (PCA)</a:t>
            </a:r>
            <a:endParaRPr lang="en-US" sz="1193" dirty="0"/>
          </a:p>
        </p:txBody>
      </p:sp>
      <p:sp>
        <p:nvSpPr>
          <p:cNvPr id="15" name="Text 8"/>
          <p:cNvSpPr/>
          <p:nvPr/>
        </p:nvSpPr>
        <p:spPr>
          <a:xfrm>
            <a:off x="5107781" y="3416052"/>
            <a:ext cx="3521869" cy="345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Decomposição da matriz de covariância para identificar fatores comuns de risco e vetores sistêmicos dominantes.</a:t>
            </a:r>
            <a:endParaRPr lang="en-US" sz="942" dirty="0">
              <a:latin typeface="Bierstadt" panose="020B0004020202020204" pitchFamily="34" charset="0"/>
            </a:endParaRPr>
          </a:p>
        </p:txBody>
      </p:sp>
      <p:pic>
        <p:nvPicPr>
          <p:cNvPr id="16" name="Imagem 15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F49AA65-DC9F-DAC2-E26C-BC85770E47F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757"/>
            <a:ext cx="9144000" cy="5699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641793"/>
            <a:ext cx="8572500" cy="382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endParaRPr lang="en-US" sz="2436" dirty="0">
              <a:latin typeface="Amasis MT Pro Black" panose="02040A040500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650" y="1931240"/>
            <a:ext cx="4000500" cy="423267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Bierstadt" panose="020B0004020202020204" pitchFamily="34" charset="0"/>
              </a:rPr>
              <a:t>Bolha Dot-com (Cisco)</a:t>
            </a:r>
            <a:endParaRPr lang="en-US" sz="1397" dirty="0">
              <a:latin typeface="Bierstadt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29150" y="1931240"/>
            <a:ext cx="4000500" cy="423267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Bierstadt" panose="020B0004020202020204" pitchFamily="34" charset="0"/>
              </a:rPr>
              <a:t>Ciclo de IA (Ecossistema)</a:t>
            </a:r>
            <a:endParaRPr lang="en-US" sz="1397" dirty="0">
              <a:latin typeface="Bierstadt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5794" y="2490239"/>
            <a:ext cx="724557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 err="1">
                <a:solidFill>
                  <a:srgbClr val="FFD700"/>
                </a:solidFill>
                <a:latin typeface="Bierstadt" panose="020B0004020202020204" pitchFamily="34" charset="0"/>
              </a:rPr>
              <a:t>Superativo</a:t>
            </a: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 </a:t>
            </a:r>
            <a:endParaRPr lang="en-US" sz="1090" dirty="0">
              <a:latin typeface="Bierstadt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5794" y="2833139"/>
            <a:ext cx="3704034" cy="39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A Cisco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concentrou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a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narrativa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de "espinha dorsal da internet", com valorização 40x superior ao S&amp;P 500 entre 1995 e 2000.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18472" y="2490239"/>
            <a:ext cx="1625445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Sistema Interdependente</a:t>
            </a:r>
            <a:endParaRPr lang="en-US" sz="1090" dirty="0">
              <a:latin typeface="Bierstadt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8472" y="2833139"/>
            <a:ext cx="3704034" cy="39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Embora a NVIDIA lidere, empresas como Broadcom, Palantir, Microsoft e Oracle exibem tendências de alta consistentes e integradas.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5794" y="3714610"/>
            <a:ext cx="1492396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Exuberância Específica</a:t>
            </a:r>
            <a:endParaRPr lang="en-US" sz="1090" dirty="0">
              <a:latin typeface="Bierstadt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5794" y="4057510"/>
            <a:ext cx="370403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O mercado atribuía a uma única ação o papel exclusivo do futuro digital, sem difusão proporcional de ganhos para o restante do mercado.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18472" y="3714610"/>
            <a:ext cx="1739259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Papel Nodal, não Exclusivo</a:t>
            </a:r>
            <a:endParaRPr lang="en-US" sz="1090" dirty="0">
              <a:latin typeface="Bierstadt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18472" y="4057510"/>
            <a:ext cx="3704034" cy="39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Observa-se um sistema de empresas conectadas por relações de hardware, software, serviços em nuvem e investimentos cruzados.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8650" y="5060426"/>
            <a:ext cx="8001000" cy="19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1269" dirty="0"/>
          </a:p>
        </p:txBody>
      </p:sp>
      <p:pic>
        <p:nvPicPr>
          <p:cNvPr id="15" name="Imagem 14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F49AA65-DC9F-DAC2-E26C-BC85770E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-16757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13231"/>
            <a:ext cx="7744300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A Diferença Fundamental nos Múltiplos de Lucro</a:t>
            </a:r>
            <a:endParaRPr lang="en-US" sz="2436" dirty="0">
              <a:latin typeface="Amasis MT Pro Black" panose="02040A040500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650" y="1747519"/>
            <a:ext cx="2400300" cy="410305"/>
          </a:xfrm>
          <a:prstGeom prst="rect">
            <a:avLst/>
          </a:prstGeom>
          <a:noFill/>
          <a:ln/>
        </p:spPr>
        <p:txBody>
          <a:bodyPr wrap="square" lIns="127508" tIns="170053" rIns="127508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Amasis MT Pro" panose="020F0502020204030204" pitchFamily="18" charset="0"/>
              </a:rPr>
              <a:t>Métrica</a:t>
            </a:r>
            <a:endParaRPr lang="en-US" sz="1397" dirty="0">
              <a:latin typeface="Amasis MT Pro" panose="020F0502020204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28950" y="1747936"/>
            <a:ext cx="2682813" cy="409471"/>
          </a:xfrm>
          <a:prstGeom prst="rect">
            <a:avLst/>
          </a:prstGeom>
          <a:noFill/>
          <a:ln/>
        </p:spPr>
        <p:txBody>
          <a:bodyPr wrap="square" lIns="127508" tIns="170053" rIns="127508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Amasis MT Pro" panose="02040504050005020304" pitchFamily="18" charset="0"/>
              </a:rPr>
              <a:t>Cisco Systems (Março 2000)</a:t>
            </a:r>
            <a:endParaRPr lang="en-US" sz="1397" dirty="0">
              <a:latin typeface="Amasis MT Pro" panose="020405040500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1763" y="1747936"/>
            <a:ext cx="2917887" cy="409471"/>
          </a:xfrm>
          <a:prstGeom prst="rect">
            <a:avLst/>
          </a:prstGeom>
          <a:noFill/>
          <a:ln/>
        </p:spPr>
        <p:txBody>
          <a:bodyPr wrap="square" lIns="127508" tIns="170053" rIns="127508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Amasis MT Pro" panose="02040504050005020304" pitchFamily="18" charset="0"/>
              </a:rPr>
              <a:t>NVIDIA Corporation (2025)</a:t>
            </a:r>
            <a:endParaRPr lang="en-US" sz="1397" dirty="0">
              <a:latin typeface="Amasis MT Pro" panose="020405040500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650" y="2297357"/>
            <a:ext cx="2400300" cy="410766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Lucro </a:t>
            </a:r>
            <a:r>
              <a:rPr lang="en-US" sz="1090" b="1" dirty="0" err="1">
                <a:solidFill>
                  <a:srgbClr val="FFD700"/>
                </a:solidFill>
                <a:latin typeface="Bierstadt" panose="020B0004020202020204" pitchFamily="34" charset="0"/>
              </a:rPr>
              <a:t>Anual</a:t>
            </a: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 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3028950" y="2297357"/>
            <a:ext cx="2682813" cy="410766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US$ 2,7 Bilhões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5711763" y="2297357"/>
            <a:ext cx="2917887" cy="410766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</a:rPr>
              <a:t>~ US$ 100 Bilhões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628650" y="2708123"/>
            <a:ext cx="2400300" cy="407194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Múltiplo P/E (Preço/Lucro)</a:t>
            </a:r>
            <a:endParaRPr lang="en-US" sz="1090" dirty="0">
              <a:latin typeface="Bierstadt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28950" y="2708123"/>
            <a:ext cx="2682813" cy="407194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205x</a:t>
            </a:r>
            <a:endParaRPr lang="en-US" sz="1090" dirty="0">
              <a:latin typeface="Bierstadt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1763" y="2708123"/>
            <a:ext cx="2917887" cy="407194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Bierstadt" panose="020B0004020202020204" pitchFamily="34" charset="0"/>
              </a:rPr>
              <a:t>44x</a:t>
            </a:r>
            <a:endParaRPr lang="en-US" sz="1159" dirty="0">
              <a:latin typeface="Bierstadt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8650" y="3224187"/>
            <a:ext cx="2400300" cy="403765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Bierstadt" panose="020B0004020202020204" pitchFamily="34" charset="0"/>
              </a:rPr>
              <a:t>Natureza do Crescimento</a:t>
            </a:r>
            <a:endParaRPr lang="en-US" sz="1090" dirty="0">
              <a:latin typeface="Bierstadt" panose="020B00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028950" y="3115317"/>
            <a:ext cx="2682813" cy="621506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Bierstadt" panose="020B0004020202020204" pitchFamily="34" charset="0"/>
              </a:rPr>
              <a:t>Especulação sobre infraestrutura futura</a:t>
            </a:r>
            <a:endParaRPr lang="en-US" sz="1159" dirty="0">
              <a:latin typeface="Bierstadt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1763" y="3115317"/>
            <a:ext cx="2917887" cy="621506"/>
          </a:xfrm>
          <a:prstGeom prst="rect">
            <a:avLst/>
          </a:prstGeom>
          <a:noFill/>
          <a:ln/>
        </p:spPr>
        <p:txBody>
          <a:bodyPr wrap="square" lIns="127508" tIns="212598" rIns="127508" bIns="8509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Bierstadt" panose="020B0004020202020204" pitchFamily="34" charset="0"/>
              </a:rPr>
              <a:t>Geração real de caixa e demanda imediata</a:t>
            </a:r>
            <a:endParaRPr lang="en-US" sz="1159" dirty="0">
              <a:latin typeface="Bierstadt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8650" y="4319039"/>
            <a:ext cx="8001000" cy="439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i="1" dirty="0" err="1">
                <a:solidFill>
                  <a:srgbClr val="FFFFFF"/>
                </a:solidFill>
              </a:rPr>
              <a:t>Enquanto</a:t>
            </a:r>
            <a:r>
              <a:rPr lang="en-US" sz="1050" i="1" dirty="0">
                <a:solidFill>
                  <a:srgbClr val="FFFFFF"/>
                </a:solidFill>
              </a:rPr>
              <a:t> o núcleo (NVIDIA, MSFT) apresenta lucros robustos que justificam parte do prêmio, a periferia especulativa (ex: Palantir) ainda opera com múltiplos extremos (&gt;400x), similares aos níveis de bolha de 2000.</a:t>
            </a:r>
            <a:endParaRPr lang="en-US" sz="987" dirty="0"/>
          </a:p>
        </p:txBody>
      </p:sp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F49AA65-DC9F-DAC2-E26C-BC85770E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00C15-75E2-5E7D-22EE-2B75C5CB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3FC5723-E43B-1B60-AEBA-2897B6CA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3304F11-7981-3194-4A7F-0F0A258A0997}"/>
              </a:ext>
            </a:extLst>
          </p:cNvPr>
          <p:cNvSpPr/>
          <p:nvPr/>
        </p:nvSpPr>
        <p:spPr>
          <a:xfrm>
            <a:off x="628650" y="641793"/>
            <a:ext cx="1427314" cy="792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Valuation</a:t>
            </a:r>
          </a:p>
          <a:p>
            <a:pPr marL="0" indent="0" algn="l">
              <a:lnSpc>
                <a:spcPts val="3200"/>
              </a:lnSpc>
              <a:buNone/>
            </a:pP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5" name="Imagem 4" descr="Tabela, Excel&#10;&#10;O conteúdo gerado por IA pode estar incorreto.">
            <a:extLst>
              <a:ext uri="{FF2B5EF4-FFF2-40B4-BE49-F238E27FC236}">
                <a16:creationId xmlns:a16="http://schemas.microsoft.com/office/drawing/2014/main" id="{B6708129-8646-91B2-C3D7-E7B2C4D52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229" y="861990"/>
            <a:ext cx="4439964" cy="380066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F1F242B-A1E0-D4AE-363D-700C2204D4C5}"/>
              </a:ext>
            </a:extLst>
          </p:cNvPr>
          <p:cNvSpPr txBox="1"/>
          <p:nvPr/>
        </p:nvSpPr>
        <p:spPr>
          <a:xfrm>
            <a:off x="550190" y="1611824"/>
            <a:ext cx="126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D700"/>
                </a:solidFill>
                <a:latin typeface="Bierstadt" panose="020B0004020202020204" pitchFamily="34" charset="0"/>
              </a:rPr>
              <a:t>Multiplos</a:t>
            </a:r>
            <a:endParaRPr lang="en-US" sz="1400" dirty="0">
              <a:solidFill>
                <a:srgbClr val="FFD700"/>
              </a:solidFill>
              <a:latin typeface="Bierstadt" panose="020B00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BD266E-9F64-5F3A-C876-331ED2666772}"/>
              </a:ext>
            </a:extLst>
          </p:cNvPr>
          <p:cNvSpPr txBox="1"/>
          <p:nvPr/>
        </p:nvSpPr>
        <p:spPr>
          <a:xfrm>
            <a:off x="628650" y="2262753"/>
            <a:ext cx="3620157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A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média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do mercado de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aproximadamente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de 23x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Ativos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relacionados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a IA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aparecem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concentrados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,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porém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o mercado 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como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um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todo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está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com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multiplos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altos.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Netflix e Walmart com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multiplos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perto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de NVDA</a:t>
            </a:r>
          </a:p>
          <a:p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Atenção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para PLTR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  <a:latin typeface="Bierstadt" panose="020B0004020202020204" pitchFamily="34" charset="0"/>
            </a:endParaRPr>
          </a:p>
        </p:txBody>
      </p:sp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F49AA65-DC9F-DAC2-E26C-BC85770E47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5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17E9-B0CE-FC56-A287-CC8E4E8A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4595BD5-63AC-6950-7814-2A9507880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0BE43ED-18A5-2789-40B9-50398907C92F}"/>
              </a:ext>
            </a:extLst>
          </p:cNvPr>
          <p:cNvSpPr/>
          <p:nvPr/>
        </p:nvSpPr>
        <p:spPr>
          <a:xfrm>
            <a:off x="628650" y="641793"/>
            <a:ext cx="1427314" cy="792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Valuation</a:t>
            </a:r>
          </a:p>
          <a:p>
            <a:pPr marL="0" indent="0" algn="l">
              <a:lnSpc>
                <a:spcPts val="3200"/>
              </a:lnSpc>
              <a:buNone/>
            </a:pP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6" name="Imagem 5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9D41E352-0D3E-251A-368A-8727FDF86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537" y="1024758"/>
            <a:ext cx="5443068" cy="348372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8DDDF09-7CE9-5CC8-43B0-6270886E1ACB}"/>
              </a:ext>
            </a:extLst>
          </p:cNvPr>
          <p:cNvSpPr txBox="1"/>
          <p:nvPr/>
        </p:nvSpPr>
        <p:spPr>
          <a:xfrm>
            <a:off x="628649" y="1434574"/>
            <a:ext cx="3438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D700"/>
                </a:solidFill>
                <a:highlight>
                  <a:srgbClr val="000000"/>
                </a:highlight>
                <a:latin typeface="Bierstadt" panose="020B0004020202020204" pitchFamily="34" charset="0"/>
              </a:rPr>
              <a:t>Retorno</a:t>
            </a:r>
            <a:r>
              <a:rPr lang="en-US" sz="1400" dirty="0">
                <a:solidFill>
                  <a:srgbClr val="FFD700"/>
                </a:solidFill>
                <a:highlight>
                  <a:srgbClr val="000000"/>
                </a:highlight>
                <a:latin typeface="Bierstadt" panose="020B0004020202020204" pitchFamily="34" charset="0"/>
              </a:rPr>
              <a:t> sim, </a:t>
            </a:r>
            <a:r>
              <a:rPr lang="en-US" sz="1400" dirty="0" err="1">
                <a:solidFill>
                  <a:srgbClr val="FFD700"/>
                </a:solidFill>
                <a:highlight>
                  <a:srgbClr val="000000"/>
                </a:highlight>
                <a:latin typeface="Bierstadt" panose="020B0004020202020204" pitchFamily="34" charset="0"/>
              </a:rPr>
              <a:t>Lucro</a:t>
            </a:r>
            <a:r>
              <a:rPr lang="en-US" sz="1400" dirty="0">
                <a:solidFill>
                  <a:srgbClr val="FFD700"/>
                </a:solidFill>
                <a:highlight>
                  <a:srgbClr val="000000"/>
                </a:highlight>
                <a:latin typeface="Bierstadt" panose="020B0004020202020204" pitchFamily="34" charset="0"/>
              </a:rPr>
              <a:t>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D98A19-A1F9-173D-5DB9-B4AE37A5BD98}"/>
              </a:ext>
            </a:extLst>
          </p:cNvPr>
          <p:cNvSpPr txBox="1"/>
          <p:nvPr/>
        </p:nvSpPr>
        <p:spPr>
          <a:xfrm>
            <a:off x="628649" y="2115519"/>
            <a:ext cx="267422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NVDA, AVGO e PLTR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apresentaram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retornos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muito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altos.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Porém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EPS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pior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ou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igual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do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que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AAPL , IBM.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Atenção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novamente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para PLTR,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lucro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baixissimo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e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retornos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muito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altos.</a:t>
            </a:r>
          </a:p>
        </p:txBody>
      </p:sp>
      <p:pic>
        <p:nvPicPr>
          <p:cNvPr id="5" name="Imagem 4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BF05718-B7E3-99B6-CA52-9DC7E12F3B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7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65E1B-FFFB-9411-3337-5B59C7E0F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DFE4384-CC00-4AE5-1032-3860D2975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5CB55A5-3384-41E3-2AC5-BC272988228B}"/>
              </a:ext>
            </a:extLst>
          </p:cNvPr>
          <p:cNvSpPr/>
          <p:nvPr/>
        </p:nvSpPr>
        <p:spPr>
          <a:xfrm>
            <a:off x="628650" y="641793"/>
            <a:ext cx="1427314" cy="792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Valuation</a:t>
            </a:r>
          </a:p>
          <a:p>
            <a:pPr marL="0" indent="0" algn="l">
              <a:lnSpc>
                <a:spcPts val="3200"/>
              </a:lnSpc>
              <a:buNone/>
            </a:pP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5" name="Imagem 4" descr="Gráfico, Gráfico de bolhas&#10;&#10;O conteúdo gerado por IA pode estar incorreto.">
            <a:extLst>
              <a:ext uri="{FF2B5EF4-FFF2-40B4-BE49-F238E27FC236}">
                <a16:creationId xmlns:a16="http://schemas.microsoft.com/office/drawing/2014/main" id="{A29B8111-4C20-CC5E-33D1-B16EBDBD6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807" y="1306197"/>
            <a:ext cx="4550516" cy="3372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6861A36-A265-8925-A82F-B5DBB89F7563}"/>
              </a:ext>
            </a:extLst>
          </p:cNvPr>
          <p:cNvSpPr txBox="1"/>
          <p:nvPr/>
        </p:nvSpPr>
        <p:spPr>
          <a:xfrm>
            <a:off x="689675" y="1495586"/>
            <a:ext cx="3362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D700"/>
                </a:solidFill>
                <a:latin typeface="Bierstadt" panose="020B0004020202020204" pitchFamily="34" charset="0"/>
              </a:rPr>
              <a:t>Um </a:t>
            </a:r>
            <a:r>
              <a:rPr lang="en-US" sz="1600" dirty="0" err="1">
                <a:solidFill>
                  <a:srgbClr val="FFD700"/>
                </a:solidFill>
                <a:latin typeface="Bierstadt" panose="020B0004020202020204" pitchFamily="34" charset="0"/>
              </a:rPr>
              <a:t>pouco</a:t>
            </a:r>
            <a:r>
              <a:rPr lang="en-US" sz="1600" dirty="0">
                <a:solidFill>
                  <a:srgbClr val="FFD700"/>
                </a:solidFill>
                <a:latin typeface="Bierstadt" panose="020B0004020202020204" pitchFamily="34" charset="0"/>
              </a:rPr>
              <a:t> de </a:t>
            </a:r>
            <a:r>
              <a:rPr lang="en-US" sz="1600" dirty="0" err="1">
                <a:solidFill>
                  <a:srgbClr val="FFD700"/>
                </a:solidFill>
                <a:latin typeface="Bierstadt" panose="020B0004020202020204" pitchFamily="34" charset="0"/>
              </a:rPr>
              <a:t>análise</a:t>
            </a:r>
            <a:r>
              <a:rPr lang="en-US" sz="1600" dirty="0">
                <a:solidFill>
                  <a:srgbClr val="FFD700"/>
                </a:solidFill>
                <a:latin typeface="Bierstadt" panose="020B0004020202020204" pitchFamily="34" charset="0"/>
              </a:rPr>
              <a:t> de </a:t>
            </a:r>
            <a:r>
              <a:rPr lang="en-US" sz="1600" dirty="0" err="1">
                <a:solidFill>
                  <a:srgbClr val="FFD700"/>
                </a:solidFill>
                <a:latin typeface="Bierstadt" panose="020B0004020202020204" pitchFamily="34" charset="0"/>
              </a:rPr>
              <a:t>sentimento</a:t>
            </a:r>
            <a:endParaRPr lang="en-US" sz="1600" dirty="0">
              <a:solidFill>
                <a:srgbClr val="FFD700"/>
              </a:solidFill>
              <a:latin typeface="Bierstadt" panose="020B00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BCB921-FBEB-E70A-3C46-678D4CF6E355}"/>
              </a:ext>
            </a:extLst>
          </p:cNvPr>
          <p:cNvSpPr txBox="1"/>
          <p:nvPr/>
        </p:nvSpPr>
        <p:spPr>
          <a:xfrm>
            <a:off x="689675" y="2270502"/>
            <a:ext cx="32144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NVDA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aparece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como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 o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maior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volume de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operações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, IV misto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MSFT, AAPL e ORCL com  IV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baixo</a:t>
            </a: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PLTR e AVGO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aparecem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em zonas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perigosas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, com IV altos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indicando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prêmio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risco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maior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.</a:t>
            </a:r>
          </a:p>
          <a:p>
            <a:endParaRPr lang="en-US" sz="110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Mesmo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com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retornos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alto, o mercado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parece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receoso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em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relação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a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distribuição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dos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retornos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de IA agents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que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não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geram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tanto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lucro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Bierstadt" panose="020B0004020202020204" pitchFamily="34" charset="0"/>
              </a:rPr>
              <a:t>quanto</a:t>
            </a:r>
            <a:r>
              <a:rPr lang="en-US" sz="1100" dirty="0">
                <a:solidFill>
                  <a:schemeClr val="bg1"/>
                </a:solidFill>
                <a:latin typeface="Bierstadt" panose="020B0004020202020204" pitchFamily="34" charset="0"/>
              </a:rPr>
              <a:t> NVDA. </a:t>
            </a:r>
          </a:p>
        </p:txBody>
      </p:sp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771C7F1D-F9CE-235F-7092-90931F3044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8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1E9FC-7AF7-0A00-52C6-637BF87D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298F2D5-54B6-E77C-AF31-800D95F45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A2D57C8-2A5A-E5A2-8383-B58598110978}"/>
              </a:ext>
            </a:extLst>
          </p:cNvPr>
          <p:cNvSpPr/>
          <p:nvPr/>
        </p:nvSpPr>
        <p:spPr>
          <a:xfrm>
            <a:off x="628650" y="641793"/>
            <a:ext cx="3707553" cy="792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Permutação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Monte Carlo</a:t>
            </a:r>
          </a:p>
          <a:p>
            <a:pPr marL="0" indent="0" algn="l">
              <a:lnSpc>
                <a:spcPts val="3200"/>
              </a:lnSpc>
              <a:buNone/>
            </a:pP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6" name="Imagem 5" descr="Interface gráfica do usuário, Aplicativo, Teams, Calendário&#10;&#10;O conteúdo gerado por IA pode estar incorreto.">
            <a:extLst>
              <a:ext uri="{FF2B5EF4-FFF2-40B4-BE49-F238E27FC236}">
                <a16:creationId xmlns:a16="http://schemas.microsoft.com/office/drawing/2014/main" id="{7488E620-2170-7A4C-84EA-7844B09A6C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505" b="2149"/>
          <a:stretch>
            <a:fillRect/>
          </a:stretch>
        </p:blipFill>
        <p:spPr>
          <a:xfrm>
            <a:off x="4906182" y="1038183"/>
            <a:ext cx="3943350" cy="323041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4C1C04C-D534-3D97-EF0F-F229015AB188}"/>
              </a:ext>
            </a:extLst>
          </p:cNvPr>
          <p:cNvSpPr txBox="1"/>
          <p:nvPr/>
        </p:nvSpPr>
        <p:spPr>
          <a:xfrm>
            <a:off x="628650" y="1434574"/>
            <a:ext cx="2675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D700"/>
                </a:solidFill>
                <a:latin typeface="Bierstadt" panose="020B0004020202020204" pitchFamily="34" charset="0"/>
              </a:rPr>
              <a:t>Correlação</a:t>
            </a:r>
            <a:r>
              <a:rPr lang="en-US" dirty="0">
                <a:solidFill>
                  <a:srgbClr val="FFD700"/>
                </a:solidFill>
                <a:latin typeface="Bierstadt" panose="020B0004020202020204" pitchFamily="34" charset="0"/>
              </a:rPr>
              <a:t> </a:t>
            </a:r>
            <a:r>
              <a:rPr lang="en-US" dirty="0" err="1">
                <a:solidFill>
                  <a:srgbClr val="FFD700"/>
                </a:solidFill>
                <a:latin typeface="Bierstadt" panose="020B0004020202020204" pitchFamily="34" charset="0"/>
              </a:rPr>
              <a:t>Intrasetorial</a:t>
            </a:r>
            <a:r>
              <a:rPr lang="en-US" dirty="0">
                <a:solidFill>
                  <a:srgbClr val="FFD700"/>
                </a:solidFill>
                <a:latin typeface="Bierstadt" panose="020B0004020202020204" pitchFamily="34" charset="0"/>
              </a:rPr>
              <a:t>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5A987B-4FD3-3B18-0B17-F6EB7D4A8A90}"/>
              </a:ext>
            </a:extLst>
          </p:cNvPr>
          <p:cNvSpPr txBox="1"/>
          <p:nvPr/>
        </p:nvSpPr>
        <p:spPr>
          <a:xfrm>
            <a:off x="628650" y="2000767"/>
            <a:ext cx="377781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bg1"/>
                </a:solidFill>
                <a:latin typeface="Bierstadt" panose="020B0004020202020204" pitchFamily="34" charset="0"/>
              </a:rPr>
              <a:t>Correlação</a:t>
            </a:r>
            <a:r>
              <a:rPr lang="en-US" sz="1050" dirty="0">
                <a:solidFill>
                  <a:schemeClr val="bg1"/>
                </a:solidFill>
                <a:latin typeface="Bierstadt" panose="020B0004020202020204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Bierstadt" panose="020B0004020202020204" pitchFamily="34" charset="0"/>
              </a:rPr>
              <a:t>fraca</a:t>
            </a:r>
            <a:r>
              <a:rPr lang="en-US" sz="1050" dirty="0">
                <a:solidFill>
                  <a:schemeClr val="bg1"/>
                </a:solidFill>
                <a:latin typeface="Bierstadt" panose="020B0004020202020204" pitchFamily="34" charset="0"/>
              </a:rPr>
              <a:t> para </a:t>
            </a:r>
            <a:r>
              <a:rPr lang="en-US" sz="1050" dirty="0" err="1">
                <a:solidFill>
                  <a:schemeClr val="bg1"/>
                </a:solidFill>
                <a:latin typeface="Bierstadt" panose="020B0004020202020204" pitchFamily="34" charset="0"/>
              </a:rPr>
              <a:t>moderada</a:t>
            </a:r>
            <a:r>
              <a:rPr lang="en-US" sz="1050" dirty="0">
                <a:solidFill>
                  <a:schemeClr val="bg1"/>
                </a:solidFill>
                <a:latin typeface="Bierstadt" panose="020B0004020202020204" pitchFamily="34" charset="0"/>
              </a:rPr>
              <a:t> entre esses </a:t>
            </a:r>
            <a:r>
              <a:rPr lang="en-US" sz="1050" dirty="0" err="1">
                <a:solidFill>
                  <a:schemeClr val="bg1"/>
                </a:solidFill>
                <a:latin typeface="Bierstadt" panose="020B0004020202020204" pitchFamily="34" charset="0"/>
              </a:rPr>
              <a:t>ativos</a:t>
            </a:r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bg1"/>
                </a:solidFill>
                <a:latin typeface="Bierstadt" panose="020B0004020202020204" pitchFamily="34" charset="0"/>
              </a:rPr>
              <a:t>Destaque</a:t>
            </a:r>
            <a:r>
              <a:rPr lang="en-US" sz="1050" dirty="0">
                <a:solidFill>
                  <a:schemeClr val="bg1"/>
                </a:solidFill>
                <a:latin typeface="Bierstadt" panose="020B0004020202020204" pitchFamily="34" charset="0"/>
              </a:rPr>
              <a:t> para NVDA e AVGO</a:t>
            </a:r>
          </a:p>
          <a:p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Bierstadt" panose="020B0004020202020204" pitchFamily="34" charset="0"/>
            </a:endParaRPr>
          </a:p>
        </p:txBody>
      </p:sp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992AD4B-FE18-90DF-0A2F-E83EEC87FB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8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33A1-7369-E5AD-F70C-5836924E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DD8D669-232F-99B2-37E9-DFE691BA6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71F1108-1C9A-09AE-CAD2-C3BEDF4CE4BD}"/>
              </a:ext>
            </a:extLst>
          </p:cNvPr>
          <p:cNvSpPr/>
          <p:nvPr/>
        </p:nvSpPr>
        <p:spPr>
          <a:xfrm>
            <a:off x="628650" y="641793"/>
            <a:ext cx="7658956" cy="792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Permutação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Monte Carlo para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setores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da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economia</a:t>
            </a:r>
            <a:endParaRPr lang="en-US" sz="2436" b="1" dirty="0">
              <a:solidFill>
                <a:srgbClr val="FFD700"/>
              </a:solidFill>
              <a:latin typeface="Amasis MT Pro" panose="02040504050005020304" pitchFamily="18" charset="0"/>
            </a:endParaRPr>
          </a:p>
          <a:p>
            <a:pPr marL="0" indent="0" algn="l">
              <a:lnSpc>
                <a:spcPts val="3200"/>
              </a:lnSpc>
              <a:buNone/>
            </a:pPr>
            <a:endParaRPr lang="en-US" sz="2436" dirty="0">
              <a:latin typeface="Amasis MT Pro" panose="020405040500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1470C3-6AFC-CC00-E604-22DFED8A99EA}"/>
              </a:ext>
            </a:extLst>
          </p:cNvPr>
          <p:cNvSpPr txBox="1"/>
          <p:nvPr/>
        </p:nvSpPr>
        <p:spPr>
          <a:xfrm>
            <a:off x="628650" y="2000767"/>
            <a:ext cx="3777812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endParaRPr lang="en-US" sz="1050" dirty="0">
              <a:solidFill>
                <a:schemeClr val="bg1"/>
              </a:solidFill>
              <a:latin typeface="Bierstadt" panose="020B00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Bierstadt" panose="020B0004020202020204" pitchFamily="34" charset="0"/>
            </a:endParaRPr>
          </a:p>
        </p:txBody>
      </p:sp>
      <p:pic>
        <p:nvPicPr>
          <p:cNvPr id="4" name="Imagem 3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A09B936A-B48E-AF02-D475-F8E3006CA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" y="1841797"/>
            <a:ext cx="4182782" cy="2589806"/>
          </a:xfrm>
          <a:prstGeom prst="rect">
            <a:avLst/>
          </a:prstGeom>
        </p:spPr>
      </p:pic>
      <p:pic>
        <p:nvPicPr>
          <p:cNvPr id="7" name="Imagem 6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9F29D0B7-AE4D-7AE3-237B-8EB7C8387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442" y="1833835"/>
            <a:ext cx="4182782" cy="259776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8E172F7-766F-7FCF-0587-ACFA792E6D3B}"/>
              </a:ext>
            </a:extLst>
          </p:cNvPr>
          <p:cNvSpPr txBox="1"/>
          <p:nvPr/>
        </p:nvSpPr>
        <p:spPr>
          <a:xfrm flipH="1">
            <a:off x="1951294" y="1472465"/>
            <a:ext cx="23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700"/>
                </a:solidFill>
              </a:rPr>
              <a:t>IA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613A331-9B10-F444-2C23-74DF1F635014}"/>
              </a:ext>
            </a:extLst>
          </p:cNvPr>
          <p:cNvSpPr txBox="1"/>
          <p:nvPr/>
        </p:nvSpPr>
        <p:spPr>
          <a:xfrm>
            <a:off x="6550572" y="1434574"/>
            <a:ext cx="827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700"/>
                </a:solidFill>
              </a:rPr>
              <a:t>CSCO</a:t>
            </a:r>
          </a:p>
        </p:txBody>
      </p:sp>
      <p:pic>
        <p:nvPicPr>
          <p:cNvPr id="5" name="Imagem 4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E83AEE37-0039-F4E9-38B2-2EBA3C9F0E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6E1C3-41D8-AD04-0884-C3234F65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C6606CE-CC54-4E76-F49C-DD4329484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8B3EA5E-2EA0-5ADE-4A49-346D85A9C08E}"/>
              </a:ext>
            </a:extLst>
          </p:cNvPr>
          <p:cNvSpPr/>
          <p:nvPr/>
        </p:nvSpPr>
        <p:spPr>
          <a:xfrm>
            <a:off x="628650" y="641793"/>
            <a:ext cx="7598106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Correlações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Movéis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ao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longo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do tempo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pós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OpenIA</a:t>
            </a: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5" name="Imagem 4" descr="Uma imagem contendo Linha do tempo&#10;&#10;O conteúdo gerado por IA pode estar incorreto.">
            <a:extLst>
              <a:ext uri="{FF2B5EF4-FFF2-40B4-BE49-F238E27FC236}">
                <a16:creationId xmlns:a16="http://schemas.microsoft.com/office/drawing/2014/main" id="{AB35FCB1-CD16-E126-A7F6-611B32628D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605"/>
          <a:stretch>
            <a:fillRect/>
          </a:stretch>
        </p:blipFill>
        <p:spPr>
          <a:xfrm>
            <a:off x="498136" y="1474482"/>
            <a:ext cx="8015243" cy="2403544"/>
          </a:xfrm>
          <a:prstGeom prst="rect">
            <a:avLst/>
          </a:prstGeom>
        </p:spPr>
      </p:pic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FA914DD1-CCA9-82B6-9570-CF802AE221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71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6FFF-719C-A1A3-1507-C4995828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0DD019B-593D-3759-E530-7C18B084B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0AD24A4-96C9-E8F4-3F6B-474F452C494D}"/>
              </a:ext>
            </a:extLst>
          </p:cNvPr>
          <p:cNvSpPr/>
          <p:nvPr/>
        </p:nvSpPr>
        <p:spPr>
          <a:xfrm>
            <a:off x="628650" y="641793"/>
            <a:ext cx="7598106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Correlações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Movéis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ao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longo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do tempo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pós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OpenIA</a:t>
            </a: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11" name="Imagem 10" descr="Uma imagem contendo Linha do tempo&#10;&#10;O conteúdo gerado por IA pode estar incorreto.">
            <a:extLst>
              <a:ext uri="{FF2B5EF4-FFF2-40B4-BE49-F238E27FC236}">
                <a16:creationId xmlns:a16="http://schemas.microsoft.com/office/drawing/2014/main" id="{60307928-8B6D-B420-BC0A-6820E9A2F3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539" b="32503"/>
          <a:stretch>
            <a:fillRect/>
          </a:stretch>
        </p:blipFill>
        <p:spPr>
          <a:xfrm>
            <a:off x="499840" y="1665998"/>
            <a:ext cx="7969946" cy="1978573"/>
          </a:xfrm>
          <a:prstGeom prst="rect">
            <a:avLst/>
          </a:prstGeom>
        </p:spPr>
      </p:pic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3105F689-8216-7770-32CC-F4B95DAE27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81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A98B-E33B-4925-18CD-DFC5DD88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231E69E-71DE-0006-4814-CEDEE4398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CCAADF-F385-0E36-74D5-720C349B9529}"/>
              </a:ext>
            </a:extLst>
          </p:cNvPr>
          <p:cNvSpPr/>
          <p:nvPr/>
        </p:nvSpPr>
        <p:spPr>
          <a:xfrm>
            <a:off x="628650" y="641793"/>
            <a:ext cx="7598106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Correlações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Movéis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ao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longo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do tempo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pós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OpenIA</a:t>
            </a: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5" name="Imagem 4" descr="Uma imagem contendo Linha do tempo&#10;&#10;O conteúdo gerado por IA pode estar incorreto.">
            <a:extLst>
              <a:ext uri="{FF2B5EF4-FFF2-40B4-BE49-F238E27FC236}">
                <a16:creationId xmlns:a16="http://schemas.microsoft.com/office/drawing/2014/main" id="{DD5B9403-C6E4-ECBA-6765-CF61BB5A3C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667"/>
          <a:stretch>
            <a:fillRect/>
          </a:stretch>
        </p:blipFill>
        <p:spPr>
          <a:xfrm>
            <a:off x="341777" y="1546611"/>
            <a:ext cx="8460446" cy="2261507"/>
          </a:xfrm>
          <a:prstGeom prst="rect">
            <a:avLst/>
          </a:prstGeom>
        </p:spPr>
      </p:pic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55F8C511-1483-41E8-FEE8-E216A2B7EC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49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544B-8E33-3365-CA06-BED0DDF7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2D36935-FCD4-1D84-5DAE-7FC157D2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4CE317D-106D-D50D-C0FF-6603AD903091}"/>
              </a:ext>
            </a:extLst>
          </p:cNvPr>
          <p:cNvSpPr/>
          <p:nvPr/>
        </p:nvSpPr>
        <p:spPr>
          <a:xfrm>
            <a:off x="274911" y="578731"/>
            <a:ext cx="8594178" cy="382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Correlações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Movéis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ao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longo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do tempo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na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bolha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dot-com</a:t>
            </a:r>
            <a:endParaRPr lang="en-US" sz="2436" dirty="0">
              <a:latin typeface="Amasis MT Pro" panose="02040504050005020304" pitchFamily="18" charset="0"/>
            </a:endParaRPr>
          </a:p>
        </p:txBody>
      </p:sp>
      <p:pic>
        <p:nvPicPr>
          <p:cNvPr id="6" name="Imagem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FE0AE1B8-2D4D-A504-8A36-D9B8B739B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554" y="1180156"/>
            <a:ext cx="5712404" cy="3621095"/>
          </a:xfrm>
          <a:prstGeom prst="rect">
            <a:avLst/>
          </a:prstGeom>
        </p:spPr>
      </p:pic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6025D48B-7734-9665-5191-E2E421D2B3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03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41793"/>
            <a:ext cx="3832781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Correlação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≠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Causalidade</a:t>
            </a:r>
            <a:endParaRPr lang="en-US" sz="2436" b="1" dirty="0">
              <a:solidFill>
                <a:srgbClr val="FFD700"/>
              </a:solidFill>
              <a:latin typeface="Amasis MT Pro" panose="020405040500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28650" y="4179736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7" name="Text 3"/>
          <p:cNvSpPr/>
          <p:nvPr/>
        </p:nvSpPr>
        <p:spPr>
          <a:xfrm>
            <a:off x="657504" y="1438118"/>
            <a:ext cx="917624" cy="229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 err="1">
                <a:solidFill>
                  <a:srgbClr val="FFD700"/>
                </a:solidFill>
                <a:latin typeface="Bierstadt" panose="020B0004020202020204" pitchFamily="34" charset="0"/>
              </a:rPr>
              <a:t>Integração</a:t>
            </a:r>
            <a:r>
              <a:rPr lang="en-US" sz="1397" b="1" dirty="0">
                <a:solidFill>
                  <a:srgbClr val="FFD700"/>
                </a:solidFill>
                <a:latin typeface="Bierstadt" panose="020B0004020202020204" pitchFamily="34" charset="0"/>
              </a:rPr>
              <a:t> </a:t>
            </a:r>
            <a:endParaRPr lang="en-US" sz="1397" dirty="0">
              <a:latin typeface="Bierstadt" panose="020B00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57504" y="1756255"/>
            <a:ext cx="3086100" cy="1416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Diferente da era Dot-com, os ativos de IA atuais exibem </a:t>
            </a:r>
            <a:r>
              <a:rPr lang="en-US" sz="885" dirty="0">
                <a:solidFill>
                  <a:srgbClr val="FFFFFF"/>
                </a:solidFill>
                <a:latin typeface="Bierstadt" panose="020B0004020202020204" pitchFamily="34" charset="0"/>
              </a:rPr>
              <a:t>correlações </a:t>
            </a:r>
            <a:r>
              <a:rPr lang="en-US" sz="885" dirty="0" err="1">
                <a:solidFill>
                  <a:srgbClr val="FFFFFF"/>
                </a:solidFill>
                <a:latin typeface="Bierstadt" panose="020B0004020202020204" pitchFamily="34" charset="0"/>
              </a:rPr>
              <a:t>persistentes</a:t>
            </a:r>
            <a:r>
              <a:rPr lang="en-US" sz="885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com os setores Industrial (XLI) e de Consumo Discricionário (XLY).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942" dirty="0">
              <a:solidFill>
                <a:srgbClr val="FFFFFF"/>
              </a:solidFill>
              <a:latin typeface="Bierstadt" panose="020B0004020202020204" pitchFamily="34" charset="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As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correlações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não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indicam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direcionalidade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e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nem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causalidade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,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porém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é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possível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supor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que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exige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uma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maior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expectativa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em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relação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à IA do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que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a internet. 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57504" y="2805705"/>
            <a:ext cx="3086100" cy="185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3077" y="3343132"/>
            <a:ext cx="3086100" cy="39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A Cisco operava com vínculos instáveis e quase nulos com setores físicos fundamentais, como o de Energia.</a:t>
            </a:r>
            <a:endParaRPr lang="en-US" sz="885" dirty="0">
              <a:latin typeface="Bierstadt" panose="020B0004020202020204" pitchFamily="34" charset="0"/>
            </a:endParaRPr>
          </a:p>
        </p:txBody>
      </p:sp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F1CC1C24-CA0D-B16D-FB89-DE8178EC2C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34650"/>
            <a:ext cx="7516481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NVIDIA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como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indicador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antecedente</a:t>
            </a:r>
            <a:r>
              <a:rPr lang="en-US" sz="2436" b="1" dirty="0">
                <a:solidFill>
                  <a:srgbClr val="FFD700"/>
                </a:solidFill>
                <a:latin typeface="Amasis MT Pro" panose="02040504050005020304" pitchFamily="18" charset="0"/>
              </a:rPr>
              <a:t> da </a:t>
            </a:r>
            <a:r>
              <a:rPr lang="en-US" sz="2436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economia</a:t>
            </a:r>
            <a:endParaRPr lang="en-US" sz="2436" dirty="0">
              <a:latin typeface="Amasis MT Pro" panose="020405040500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650" y="1082731"/>
            <a:ext cx="7143750" cy="436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O Teste de Causalidade de Granger avalia se os retornos passados de um ativo ajudam a prever os retornos futuros de outro, indicando </a:t>
            </a:r>
            <a:r>
              <a:rPr lang="en-US" sz="987" dirty="0">
                <a:solidFill>
                  <a:srgbClr val="FFFFFF"/>
                </a:solidFill>
                <a:latin typeface="Bierstadt" panose="020B0004020202020204" pitchFamily="34" charset="0"/>
              </a:rPr>
              <a:t>precedência temporal</a:t>
            </a: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650" y="1886592"/>
            <a:ext cx="2400300" cy="378619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Direção do Fluxo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028950" y="1886592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p-valor (F-test)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629150" y="1886592"/>
            <a:ext cx="4000500" cy="378619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Evidência Encontrada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28650" y="2265211"/>
            <a:ext cx="2400300" cy="382191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NVDA → Industrial (XLI)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3028950" y="2265211"/>
            <a:ext cx="1600200" cy="382191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</a:rPr>
              <a:t>0.040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629150" y="2265211"/>
            <a:ext cx="4000500" cy="382191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</a:rPr>
              <a:t>Causalidade Unidirecional (Significativa a 5%)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8650" y="2647401"/>
            <a:ext cx="24003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NVDA → Energia (XLE)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028950" y="2647401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</a:rPr>
              <a:t>0.011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4629150" y="2647401"/>
            <a:ext cx="40005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</a:rPr>
              <a:t>Causalidade Unidirecional (Significativa a 5%)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8650" y="3026020"/>
            <a:ext cx="24003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NVDA → Financeiro (XLF)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028950" y="3026020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0.192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4629150" y="3026020"/>
            <a:ext cx="40005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</a:rPr>
              <a:t>Independência Estatística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8650" y="3404639"/>
            <a:ext cx="24003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Setores → NVDA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028950" y="3404639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&gt; 0.200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4629150" y="3404639"/>
            <a:ext cx="40005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</a:rPr>
              <a:t>Ausência de Causalidade Reversa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8650" y="4279748"/>
            <a:ext cx="8001000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 err="1">
                <a:solidFill>
                  <a:srgbClr val="FFFFFF"/>
                </a:solidFill>
              </a:rPr>
              <a:t>Choques</a:t>
            </a:r>
            <a:r>
              <a:rPr lang="en-US" sz="942" dirty="0">
                <a:solidFill>
                  <a:srgbClr val="FFFFFF"/>
                </a:solidFill>
              </a:rPr>
              <a:t> na NVIDIA antecipam movimentos na economia produtiva. Isso reforça o papel da IA como um </a:t>
            </a:r>
            <a:r>
              <a:rPr lang="en-US" sz="942" dirty="0" err="1">
                <a:solidFill>
                  <a:srgbClr val="FFFFFF"/>
                </a:solidFill>
              </a:rPr>
              <a:t>fator</a:t>
            </a:r>
            <a:r>
              <a:rPr lang="en-US" sz="942" dirty="0">
                <a:solidFill>
                  <a:srgbClr val="FFFFFF"/>
                </a:solidFill>
              </a:rPr>
              <a:t> </a:t>
            </a:r>
            <a:r>
              <a:rPr lang="en-US" sz="942" dirty="0" err="1">
                <a:solidFill>
                  <a:srgbClr val="FFFFFF"/>
                </a:solidFill>
              </a:rPr>
              <a:t>cujas</a:t>
            </a:r>
            <a:r>
              <a:rPr lang="en-US" sz="942" dirty="0">
                <a:solidFill>
                  <a:srgbClr val="FFFFFF"/>
                </a:solidFill>
              </a:rPr>
              <a:t> flutuações precedem setores cíclicos tradicionais, diferentemente da volatilidade puramente especulativa da era Dot-com.</a:t>
            </a:r>
            <a:endParaRPr lang="en-US" sz="885" dirty="0"/>
          </a:p>
        </p:txBody>
      </p:sp>
      <p:pic>
        <p:nvPicPr>
          <p:cNvPr id="21" name="Imagem 20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228E1E69-3962-002A-E719-6A5234DEB1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4D5D-8C1F-83DE-20C9-04911766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94DBD63-1857-B8C4-BF40-E087EE618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DD9D23-B9E7-B87B-2C13-7AA260F836C9}"/>
              </a:ext>
            </a:extLst>
          </p:cNvPr>
          <p:cNvSpPr/>
          <p:nvPr/>
        </p:nvSpPr>
        <p:spPr>
          <a:xfrm>
            <a:off x="628650" y="634650"/>
            <a:ext cx="65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endParaRPr lang="en-US" sz="2436" dirty="0">
              <a:latin typeface="Amasis MT Pro" panose="020405040500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F6AAD75-5F50-1C5B-30DF-8A173C968A3E}"/>
              </a:ext>
            </a:extLst>
          </p:cNvPr>
          <p:cNvSpPr/>
          <p:nvPr/>
        </p:nvSpPr>
        <p:spPr>
          <a:xfrm>
            <a:off x="565588" y="893576"/>
            <a:ext cx="7143750" cy="436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O Teste de Causalidade de Granger avalia se os retornos passados de um ativo ajudam a prever os retornos futuros de outro, indicando </a:t>
            </a:r>
            <a:r>
              <a:rPr lang="en-US" sz="987" dirty="0">
                <a:solidFill>
                  <a:srgbClr val="FFFFFF"/>
                </a:solidFill>
                <a:latin typeface="Bierstadt" panose="020B0004020202020204" pitchFamily="34" charset="0"/>
              </a:rPr>
              <a:t>precedência temporal</a:t>
            </a: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032102E-D47E-2364-0D26-AD8E81DBD590}"/>
              </a:ext>
            </a:extLst>
          </p:cNvPr>
          <p:cNvSpPr/>
          <p:nvPr/>
        </p:nvSpPr>
        <p:spPr>
          <a:xfrm>
            <a:off x="628650" y="1886592"/>
            <a:ext cx="2400300" cy="378619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Direção do Fluxo</a:t>
            </a:r>
            <a:endParaRPr lang="en-US" sz="1193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83E554-2893-B0F6-9054-0BADECF0C5C9}"/>
              </a:ext>
            </a:extLst>
          </p:cNvPr>
          <p:cNvSpPr/>
          <p:nvPr/>
        </p:nvSpPr>
        <p:spPr>
          <a:xfrm>
            <a:off x="3028950" y="1886592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p-valor (F-test)</a:t>
            </a:r>
            <a:endParaRPr lang="en-US" sz="1193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C817272-966F-A5EB-1048-E1137206FAE0}"/>
              </a:ext>
            </a:extLst>
          </p:cNvPr>
          <p:cNvSpPr/>
          <p:nvPr/>
        </p:nvSpPr>
        <p:spPr>
          <a:xfrm>
            <a:off x="4629150" y="1886592"/>
            <a:ext cx="4000500" cy="378619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Evidência Encontrada</a:t>
            </a:r>
            <a:endParaRPr lang="en-US" sz="119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7FD19D9-11C2-5D02-7461-44F1FF7B4370}"/>
              </a:ext>
            </a:extLst>
          </p:cNvPr>
          <p:cNvSpPr/>
          <p:nvPr/>
        </p:nvSpPr>
        <p:spPr>
          <a:xfrm>
            <a:off x="628650" y="2277764"/>
            <a:ext cx="2400300" cy="357085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PLTR → Industrial (XLI)</a:t>
            </a:r>
            <a:endParaRPr lang="en-US" sz="987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506F4CF-0BAA-9264-5B53-719BED05D27F}"/>
              </a:ext>
            </a:extLst>
          </p:cNvPr>
          <p:cNvSpPr/>
          <p:nvPr/>
        </p:nvSpPr>
        <p:spPr>
          <a:xfrm>
            <a:off x="3028950" y="2265211"/>
            <a:ext cx="1600200" cy="382191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dirty="0">
                <a:solidFill>
                  <a:schemeClr val="bg1"/>
                </a:solidFill>
              </a:rPr>
              <a:t>0.509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9EF025A-856E-C833-178C-A336D212110B}"/>
              </a:ext>
            </a:extLst>
          </p:cNvPr>
          <p:cNvSpPr/>
          <p:nvPr/>
        </p:nvSpPr>
        <p:spPr>
          <a:xfrm>
            <a:off x="4629150" y="2276706"/>
            <a:ext cx="4000500" cy="359201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 i="1" dirty="0" err="1">
                <a:solidFill>
                  <a:srgbClr val="FFFFFF"/>
                </a:solidFill>
              </a:rPr>
              <a:t>Independência</a:t>
            </a:r>
            <a:r>
              <a:rPr lang="en-US" sz="1050" i="1" dirty="0">
                <a:solidFill>
                  <a:srgbClr val="FFFFFF"/>
                </a:solidFill>
              </a:rPr>
              <a:t> </a:t>
            </a:r>
            <a:r>
              <a:rPr lang="en-US" sz="1050" i="1" dirty="0" err="1">
                <a:solidFill>
                  <a:srgbClr val="FFFFFF"/>
                </a:solidFill>
              </a:rPr>
              <a:t>Estatística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CD09A0B-0F6C-8110-7D31-97ED3288EC20}"/>
              </a:ext>
            </a:extLst>
          </p:cNvPr>
          <p:cNvSpPr/>
          <p:nvPr/>
        </p:nvSpPr>
        <p:spPr>
          <a:xfrm>
            <a:off x="628650" y="2658168"/>
            <a:ext cx="2400300" cy="357085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PLTR  → Energia (XLE)</a:t>
            </a:r>
            <a:endParaRPr lang="en-US" sz="987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4EF9D1A-E826-FDC2-2AF5-772C80FEE939}"/>
              </a:ext>
            </a:extLst>
          </p:cNvPr>
          <p:cNvSpPr/>
          <p:nvPr/>
        </p:nvSpPr>
        <p:spPr>
          <a:xfrm>
            <a:off x="3028950" y="2647401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dirty="0">
                <a:solidFill>
                  <a:schemeClr val="bg1"/>
                </a:solidFill>
              </a:rPr>
              <a:t>0.403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DC0B7BF-8338-90E8-7451-59183EEDD662}"/>
              </a:ext>
            </a:extLst>
          </p:cNvPr>
          <p:cNvSpPr/>
          <p:nvPr/>
        </p:nvSpPr>
        <p:spPr>
          <a:xfrm>
            <a:off x="4629150" y="2657110"/>
            <a:ext cx="4000500" cy="359201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CE461DD-DEFA-012B-6646-B74EE2E9C1E5}"/>
              </a:ext>
            </a:extLst>
          </p:cNvPr>
          <p:cNvSpPr/>
          <p:nvPr/>
        </p:nvSpPr>
        <p:spPr>
          <a:xfrm>
            <a:off x="628650" y="3036787"/>
            <a:ext cx="2400300" cy="357085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PLTR  → Financeiro (XLF)</a:t>
            </a:r>
            <a:endParaRPr lang="en-US" sz="987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1CEEEBC-D617-22B1-5AC5-4A6C0AA59554}"/>
              </a:ext>
            </a:extLst>
          </p:cNvPr>
          <p:cNvSpPr/>
          <p:nvPr/>
        </p:nvSpPr>
        <p:spPr>
          <a:xfrm>
            <a:off x="3028950" y="3026020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0.329</a:t>
            </a:r>
            <a:endParaRPr lang="en-US" sz="1159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C24B6E0-8648-5612-56B3-45E4A86D6B6C}"/>
              </a:ext>
            </a:extLst>
          </p:cNvPr>
          <p:cNvSpPr/>
          <p:nvPr/>
        </p:nvSpPr>
        <p:spPr>
          <a:xfrm>
            <a:off x="4629150" y="3026020"/>
            <a:ext cx="40005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FFFFF"/>
                </a:solidFill>
              </a:rPr>
              <a:t>Independência Estatística</a:t>
            </a: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5278D1A-98DB-66FF-0B1B-CCC68D66183F}"/>
              </a:ext>
            </a:extLst>
          </p:cNvPr>
          <p:cNvSpPr/>
          <p:nvPr/>
        </p:nvSpPr>
        <p:spPr>
          <a:xfrm>
            <a:off x="628650" y="3415406"/>
            <a:ext cx="2400300" cy="357085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Energia(XLE) → NVDA</a:t>
            </a:r>
            <a:endParaRPr lang="en-US" sz="987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CA62958-4C76-BC46-E1B7-65E703E7088F}"/>
              </a:ext>
            </a:extLst>
          </p:cNvPr>
          <p:cNvSpPr/>
          <p:nvPr/>
        </p:nvSpPr>
        <p:spPr>
          <a:xfrm>
            <a:off x="3028950" y="3404639"/>
            <a:ext cx="1600200" cy="378619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0.015</a:t>
            </a:r>
            <a:endParaRPr lang="en-US" sz="1159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56521CA-49ED-3975-D804-A658B25946C3}"/>
              </a:ext>
            </a:extLst>
          </p:cNvPr>
          <p:cNvSpPr/>
          <p:nvPr/>
        </p:nvSpPr>
        <p:spPr>
          <a:xfrm>
            <a:off x="4629150" y="3414348"/>
            <a:ext cx="4000500" cy="359201"/>
          </a:xfrm>
          <a:prstGeom prst="rect">
            <a:avLst/>
          </a:prstGeom>
          <a:noFill/>
          <a:ln/>
        </p:spPr>
        <p:txBody>
          <a:bodyPr wrap="square" lIns="8509" tIns="102108" rIns="8509" bIns="85090" rtlCol="0" anchor="ctr">
            <a:sp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chemeClr val="bg1"/>
                </a:solidFill>
              </a:rPr>
              <a:t>Parcial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3B93488-A415-5D2E-9F41-62304BF5C9C7}"/>
              </a:ext>
            </a:extLst>
          </p:cNvPr>
          <p:cNvSpPr/>
          <p:nvPr/>
        </p:nvSpPr>
        <p:spPr>
          <a:xfrm>
            <a:off x="628650" y="4279748"/>
            <a:ext cx="8001000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Palantir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aparece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sem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apresentar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significância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,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porém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chama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atenção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o par e a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direção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PLTR e XLE(Energia).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Sendo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a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direção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XLE -&gt; PLTR.</a:t>
            </a:r>
            <a:endParaRPr lang="en-US" sz="885" dirty="0">
              <a:latin typeface="Bierstadt" panose="020B00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437857-756E-643C-8AD1-CCCEDF1C08AD}"/>
              </a:ext>
            </a:extLst>
          </p:cNvPr>
          <p:cNvSpPr txBox="1"/>
          <p:nvPr/>
        </p:nvSpPr>
        <p:spPr>
          <a:xfrm>
            <a:off x="496614" y="428615"/>
            <a:ext cx="4650828" cy="47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40" b="1" dirty="0">
                <a:solidFill>
                  <a:srgbClr val="FFD700"/>
                </a:solidFill>
                <a:latin typeface="Amasis MT Pro" panose="02040504050005020304" pitchFamily="18" charset="0"/>
              </a:rPr>
              <a:t>Palantir, </a:t>
            </a:r>
            <a:r>
              <a:rPr lang="en-US" sz="2440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alerta</a:t>
            </a:r>
            <a:r>
              <a:rPr lang="en-US" sz="2440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40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vermelho</a:t>
            </a:r>
            <a:r>
              <a:rPr lang="en-US" sz="2440" b="1" dirty="0">
                <a:solidFill>
                  <a:srgbClr val="FFD700"/>
                </a:solidFill>
                <a:latin typeface="Amasis MT Pro" panose="02040504050005020304" pitchFamily="18" charset="0"/>
              </a:rPr>
              <a:t>?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B967103-9452-96E1-D113-F2EEDD75FE62}"/>
              </a:ext>
            </a:extLst>
          </p:cNvPr>
          <p:cNvSpPr txBox="1"/>
          <p:nvPr/>
        </p:nvSpPr>
        <p:spPr>
          <a:xfrm>
            <a:off x="4514851" y="2722212"/>
            <a:ext cx="4650828" cy="2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Independência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Estatística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m 20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44BC475B-1ED7-AD4D-EDA4-4E59B548E6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31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34650"/>
            <a:ext cx="6919138" cy="3824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Riscos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elevados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, mas com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natureza</a:t>
            </a: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 </a:t>
            </a:r>
            <a:r>
              <a:rPr lang="en-US" sz="2436" b="1" dirty="0" err="1">
                <a:solidFill>
                  <a:srgbClr val="FFD700"/>
                </a:solidFill>
                <a:latin typeface="Amasis MT Pro Black" panose="02040A04050005020304" pitchFamily="18" charset="0"/>
              </a:rPr>
              <a:t>distinta</a:t>
            </a:r>
            <a:endParaRPr lang="en-US" sz="2436" dirty="0">
              <a:latin typeface="Amasis MT Pro Black" panose="02040A040500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650" y="1386529"/>
            <a:ext cx="2000250" cy="414338"/>
          </a:xfrm>
          <a:prstGeom prst="rect">
            <a:avLst/>
          </a:prstGeom>
          <a:noFill/>
          <a:ln/>
        </p:spPr>
        <p:txBody>
          <a:bodyPr wrap="square" lIns="8509" tIns="127508" rIns="8509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Ativo (Regime)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2628900" y="1386529"/>
            <a:ext cx="1975805" cy="414338"/>
          </a:xfrm>
          <a:prstGeom prst="rect">
            <a:avLst/>
          </a:prstGeom>
          <a:noFill/>
          <a:ln/>
        </p:spPr>
        <p:txBody>
          <a:bodyPr wrap="square" lIns="8509" tIns="127508" rIns="8509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VaR 95% (Diário)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604705" y="1386529"/>
            <a:ext cx="2138074" cy="414338"/>
          </a:xfrm>
          <a:prstGeom prst="rect">
            <a:avLst/>
          </a:prstGeom>
          <a:noFill/>
          <a:ln/>
        </p:spPr>
        <p:txBody>
          <a:bodyPr wrap="square" lIns="8509" tIns="127508" rIns="8509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CVaR 95% (Cauda)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742779" y="1386529"/>
            <a:ext cx="1886871" cy="414338"/>
          </a:xfrm>
          <a:prstGeom prst="rect">
            <a:avLst/>
          </a:prstGeom>
          <a:noFill/>
          <a:ln/>
        </p:spPr>
        <p:txBody>
          <a:bodyPr wrap="square" lIns="8509" tIns="127508" rIns="8509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700"/>
                </a:solidFill>
              </a:rPr>
              <a:t>Max Drawdown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28650" y="1800867"/>
            <a:ext cx="2000250" cy="467916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NVIDIA (Ciclo IA)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628900" y="1800867"/>
            <a:ext cx="1975805" cy="467916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−4,69%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04705" y="1800867"/>
            <a:ext cx="2138074" cy="467916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−6,98%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42779" y="1800867"/>
            <a:ext cx="1886871" cy="467916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−36,9%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8650" y="2268782"/>
            <a:ext cx="2000250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Palantir (Ciclo IA)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2628900" y="2268782"/>
            <a:ext cx="1975805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−5,14%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04705" y="2268782"/>
            <a:ext cx="2138074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−8,04%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42779" y="2268782"/>
            <a:ext cx="1886871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−40,6%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8650" y="2733126"/>
            <a:ext cx="2000250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Cisco (Dot-com)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628900" y="2733126"/>
            <a:ext cx="1975805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−5,50%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604705" y="2733126"/>
            <a:ext cx="2138074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−8,48%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6742779" y="2733126"/>
            <a:ext cx="1886871" cy="464344"/>
          </a:xfrm>
          <a:prstGeom prst="rect">
            <a:avLst/>
          </a:prstGeom>
          <a:noFill/>
          <a:ln/>
        </p:spPr>
        <p:txBody>
          <a:bodyPr wrap="square" lIns="8509" tIns="170053" rIns="8509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−89,3%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28650" y="3736823"/>
            <a:ext cx="80010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i="1" dirty="0">
                <a:solidFill>
                  <a:srgbClr val="FFD700"/>
                </a:solidFill>
                <a:latin typeface="Bierstadt" panose="020B0004020202020204" pitchFamily="34" charset="0"/>
              </a:rPr>
              <a:t>Embora o risco de cauda (CVaR) permaneça elevado em ambos os ciclos, a Cisco representava um colapso especulativo isolado. NVIDIA e Palantir atuam </a:t>
            </a:r>
            <a:r>
              <a:rPr lang="en-US" sz="1269" i="1" dirty="0" err="1">
                <a:solidFill>
                  <a:srgbClr val="FFD700"/>
                </a:solidFill>
                <a:latin typeface="Bierstadt" panose="020B0004020202020204" pitchFamily="34" charset="0"/>
              </a:rPr>
              <a:t>como</a:t>
            </a:r>
            <a:r>
              <a:rPr lang="en-US" sz="1269" i="1" dirty="0">
                <a:solidFill>
                  <a:srgbClr val="FFD700"/>
                </a:solidFill>
                <a:latin typeface="Bierstadt" panose="020B0004020202020204" pitchFamily="34" charset="0"/>
              </a:rPr>
              <a:t> </a:t>
            </a:r>
            <a:r>
              <a:rPr lang="en-US" sz="1269" i="1" dirty="0" err="1">
                <a:solidFill>
                  <a:srgbClr val="FFD700"/>
                </a:solidFill>
                <a:latin typeface="Bierstadt" panose="020B0004020202020204" pitchFamily="34" charset="0"/>
              </a:rPr>
              <a:t>vetores</a:t>
            </a:r>
            <a:r>
              <a:rPr lang="en-US" sz="1269" i="1" dirty="0">
                <a:solidFill>
                  <a:srgbClr val="FFD700"/>
                </a:solidFill>
                <a:latin typeface="Bierstadt" panose="020B0004020202020204" pitchFamily="34" charset="0"/>
              </a:rPr>
              <a:t> </a:t>
            </a:r>
            <a:r>
              <a:rPr lang="en-US" sz="1269" i="1" dirty="0" err="1">
                <a:solidFill>
                  <a:srgbClr val="FFD700"/>
                </a:solidFill>
                <a:latin typeface="Bierstadt" panose="020B0004020202020204" pitchFamily="34" charset="0"/>
              </a:rPr>
              <a:t>inseridos</a:t>
            </a:r>
            <a:r>
              <a:rPr lang="en-US" sz="1269" i="1" dirty="0">
                <a:solidFill>
                  <a:srgbClr val="FFD700"/>
                </a:solidFill>
                <a:latin typeface="Bierstadt" panose="020B0004020202020204" pitchFamily="34" charset="0"/>
              </a:rPr>
              <a:t> em cadeias produtivas reais, o que altera a dinâmica de </a:t>
            </a:r>
            <a:r>
              <a:rPr lang="en-US" sz="1269" i="1" dirty="0" err="1">
                <a:solidFill>
                  <a:srgbClr val="FFD700"/>
                </a:solidFill>
                <a:latin typeface="Bierstadt" panose="020B0004020202020204" pitchFamily="34" charset="0"/>
              </a:rPr>
              <a:t>propagação</a:t>
            </a:r>
            <a:r>
              <a:rPr lang="en-US" sz="1269" i="1" dirty="0">
                <a:solidFill>
                  <a:srgbClr val="FFD700"/>
                </a:solidFill>
              </a:rPr>
              <a:t>.</a:t>
            </a:r>
            <a:endParaRPr lang="en-US" sz="1269" dirty="0"/>
          </a:p>
        </p:txBody>
      </p:sp>
      <p:pic>
        <p:nvPicPr>
          <p:cNvPr id="21" name="Imagem 20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90CB0222-B9F5-1649-452F-EDFF98880F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41793"/>
            <a:ext cx="3165610" cy="38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D700"/>
                </a:solidFill>
                <a:latin typeface="Amasis MT Pro Black" panose="02040A04050005020304" pitchFamily="18" charset="0"/>
              </a:rPr>
              <a:t>Energia</a:t>
            </a:r>
            <a:r>
              <a:rPr lang="en-US" sz="2436" b="1" dirty="0">
                <a:solidFill>
                  <a:srgbClr val="FFD700"/>
                </a:solidFill>
              </a:rPr>
              <a:t> como a </a:t>
            </a:r>
            <a:r>
              <a:rPr lang="en-US" sz="2436" b="1" dirty="0" err="1">
                <a:solidFill>
                  <a:srgbClr val="FFD700"/>
                </a:solidFill>
              </a:rPr>
              <a:t>âncora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28650" y="1522261"/>
            <a:ext cx="2493055" cy="22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Amasis MT Pro" panose="02040504050005020304" pitchFamily="18" charset="0"/>
              </a:rPr>
              <a:t>A Restrição da Infraestrutura</a:t>
            </a:r>
            <a:endParaRPr lang="en-US" sz="1397" dirty="0">
              <a:latin typeface="Amasis MT Pro" panose="020405040500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650" y="1938384"/>
            <a:ext cx="3786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Diferente da revolução da internet, que se manifestou primordialmente em camadas de software, o ciclo atual da IA impõe uma demanda sem precedentes sobre a infraestrutura física.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650" y="3024234"/>
            <a:ext cx="3786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A análise de Componentes Principais (PCA) revela que o setor de </a:t>
            </a:r>
            <a:r>
              <a:rPr lang="en-US" sz="987" b="1" dirty="0">
                <a:solidFill>
                  <a:srgbClr val="FFFFFF"/>
                </a:solidFill>
                <a:latin typeface="Bierstadt" panose="020B0004020202020204" pitchFamily="34" charset="0"/>
              </a:rPr>
              <a:t>Energia (XLE)</a:t>
            </a: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 apresenta o maior peso individual no fator sistêmico contemporâneo, superando até mesmo ativos diretos de tecnologia.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650" y="4110084"/>
            <a:ext cx="3786188" cy="438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erstadt" panose="020B0004020202020204" pitchFamily="34" charset="0"/>
              </a:rPr>
              <a:t>Isso sugere que a expansão da IA está profundamente ancorada na disponibilidade e no custo de energia para data centers.</a:t>
            </a:r>
            <a:endParaRPr lang="en-US" sz="1050" dirty="0">
              <a:latin typeface="Bierstadt" panose="020B00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43463" y="4527100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pic>
        <p:nvPicPr>
          <p:cNvPr id="13" name="Imagem 1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9DDE0D34-BFA4-FCB0-489E-B877561566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4572000" y="1157120"/>
            <a:ext cx="4114944" cy="3172415"/>
          </a:xfrm>
          <a:prstGeom prst="rect">
            <a:avLst/>
          </a:prstGeom>
        </p:spPr>
      </p:pic>
      <p:pic>
        <p:nvPicPr>
          <p:cNvPr id="8" name="Imagem 7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94FB3A83-C31F-419D-4756-062B3677BD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" y="-118430"/>
            <a:ext cx="9144000" cy="5380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24873"/>
            <a:ext cx="8001000" cy="424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400" b="1" dirty="0">
                <a:solidFill>
                  <a:srgbClr val="FFD700"/>
                </a:solidFill>
                <a:latin typeface="Amasis MT Pro" panose="02040504050005020304" pitchFamily="18" charset="0"/>
              </a:rPr>
              <a:t>IA </a:t>
            </a:r>
            <a:r>
              <a:rPr lang="en-US" sz="2400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como</a:t>
            </a:r>
            <a:r>
              <a:rPr lang="en-US" sz="2400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00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infraestrutura</a:t>
            </a:r>
            <a:r>
              <a:rPr lang="en-US" sz="2400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r>
              <a:rPr lang="en-US" sz="2400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crítica</a:t>
            </a:r>
            <a:r>
              <a:rPr lang="en-US" sz="2400" b="1" dirty="0">
                <a:solidFill>
                  <a:srgbClr val="FFD700"/>
                </a:solidFill>
                <a:latin typeface="Amasis MT Pro" panose="02040504050005020304" pitchFamily="18" charset="0"/>
              </a:rPr>
              <a:t> do </a:t>
            </a:r>
            <a:r>
              <a:rPr lang="en-US" sz="2400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século</a:t>
            </a:r>
            <a:r>
              <a:rPr lang="en-US" sz="2400" b="1" dirty="0">
                <a:solidFill>
                  <a:srgbClr val="FFD700"/>
                </a:solidFill>
                <a:latin typeface="Amasis MT Pro" panose="02040504050005020304" pitchFamily="18" charset="0"/>
              </a:rPr>
              <a:t> XXI</a:t>
            </a:r>
            <a:endParaRPr lang="en-US" sz="2400" dirty="0">
              <a:latin typeface="Amasis MT Pro" panose="020405040500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800" y="1690725"/>
            <a:ext cx="1381789" cy="31149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Amasis MT Pro" panose="02040504050005020304" pitchFamily="18" charset="0"/>
              </a:rPr>
              <a:t>Base em </a:t>
            </a:r>
            <a:r>
              <a:rPr lang="en-US" sz="1397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Lucros</a:t>
            </a:r>
            <a:r>
              <a:rPr lang="en-US" sz="1397" b="1" dirty="0">
                <a:solidFill>
                  <a:srgbClr val="FFD700"/>
                </a:solidFill>
                <a:latin typeface="Amasis MT Pro" panose="02040504050005020304" pitchFamily="18" charset="0"/>
              </a:rPr>
              <a:t> </a:t>
            </a:r>
            <a:endParaRPr lang="en-US" sz="1397" dirty="0">
              <a:latin typeface="Amasis MT Pro" panose="020405040500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2171142"/>
            <a:ext cx="2476481" cy="800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Diferente da era Dot-com, o núcleo do ecossistema de IA (NVIDIA) apresenta geração massiva de caixa e lucros que sustentam grande parte do valuation.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448031" y="1690725"/>
            <a:ext cx="1256113" cy="31149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Amasis MT Pro" panose="02040504050005020304" pitchFamily="18" charset="0"/>
              </a:rPr>
              <a:t>Barreira </a:t>
            </a:r>
            <a:r>
              <a:rPr lang="en-US" sz="1397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Física</a:t>
            </a:r>
            <a:endParaRPr lang="en-US" sz="1397" dirty="0">
              <a:latin typeface="Amasis MT Pro" panose="020405040500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48031" y="2171142"/>
            <a:ext cx="2476509" cy="595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A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integração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profunda com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os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setores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de Energia e Indústria indica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que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a IA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não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é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apenas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software, mas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uma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infraestrutura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material.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10291" y="1690725"/>
            <a:ext cx="652423" cy="31149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 err="1">
                <a:solidFill>
                  <a:srgbClr val="FFD700"/>
                </a:solidFill>
                <a:latin typeface="Amasis MT Pro" panose="02040504050005020304" pitchFamily="18" charset="0"/>
              </a:rPr>
              <a:t>Difusão</a:t>
            </a:r>
            <a:endParaRPr lang="en-US" sz="1397" dirty="0">
              <a:latin typeface="Amasis MT Pro" panose="020405040500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10291" y="2171142"/>
            <a:ext cx="2476481" cy="595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As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evidências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de </a:t>
            </a:r>
            <a:r>
              <a:rPr lang="en-US" sz="942" dirty="0" err="1">
                <a:solidFill>
                  <a:srgbClr val="FFFFFF"/>
                </a:solidFill>
                <a:latin typeface="Bierstadt" panose="020B0004020202020204" pitchFamily="34" charset="0"/>
              </a:rPr>
              <a:t>mostram</a:t>
            </a:r>
            <a:r>
              <a:rPr lang="en-US" sz="942" dirty="0">
                <a:solidFill>
                  <a:srgbClr val="FFFFFF"/>
                </a:solidFill>
                <a:latin typeface="Bierstadt" panose="020B0004020202020204" pitchFamily="34" charset="0"/>
              </a:rPr>
              <a:t> que a IA atua como um driver transversal, influenciando múltiplos setores da economia real.</a:t>
            </a:r>
            <a:endParaRPr lang="en-US" sz="942" dirty="0">
              <a:latin typeface="Bierstadt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4206999"/>
            <a:ext cx="8001000" cy="5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i="1" dirty="0" err="1">
                <a:solidFill>
                  <a:srgbClr val="FFD700"/>
                </a:solidFill>
              </a:rPr>
              <a:t>Embora</a:t>
            </a:r>
            <a:r>
              <a:rPr lang="en-US" sz="1704" i="1" dirty="0">
                <a:solidFill>
                  <a:srgbClr val="FFD700"/>
                </a:solidFill>
              </a:rPr>
              <a:t> existam </a:t>
            </a:r>
            <a:r>
              <a:rPr lang="en-US" sz="1704" i="1" dirty="0" err="1">
                <a:solidFill>
                  <a:srgbClr val="FFD700"/>
                </a:solidFill>
              </a:rPr>
              <a:t>riscos</a:t>
            </a:r>
            <a:r>
              <a:rPr lang="en-US" sz="1704" i="1" dirty="0">
                <a:solidFill>
                  <a:srgbClr val="FFD700"/>
                </a:solidFill>
              </a:rPr>
              <a:t> </a:t>
            </a:r>
            <a:r>
              <a:rPr lang="en-US" sz="1704" i="1" dirty="0" err="1">
                <a:solidFill>
                  <a:srgbClr val="FFD700"/>
                </a:solidFill>
              </a:rPr>
              <a:t>especulativos</a:t>
            </a:r>
            <a:r>
              <a:rPr lang="en-US" sz="1704" i="1" dirty="0">
                <a:solidFill>
                  <a:srgbClr val="FFD700"/>
                </a:solidFill>
              </a:rPr>
              <a:t>, a dinâmica </a:t>
            </a:r>
            <a:r>
              <a:rPr lang="en-US" sz="1704" i="1" dirty="0" err="1">
                <a:solidFill>
                  <a:srgbClr val="FFD700"/>
                </a:solidFill>
              </a:rPr>
              <a:t>atual</a:t>
            </a:r>
            <a:r>
              <a:rPr lang="en-US" sz="1704" i="1" dirty="0">
                <a:solidFill>
                  <a:srgbClr val="FFD700"/>
                </a:solidFill>
              </a:rPr>
              <a:t> é converge para uma revolução tecnológica sistêmica e infraestrutural, não apenas uma bolha isolada.</a:t>
            </a:r>
            <a:endParaRPr lang="en-US" sz="1704" dirty="0"/>
          </a:p>
        </p:txBody>
      </p:sp>
      <p:pic>
        <p:nvPicPr>
          <p:cNvPr id="11" name="Imagem 10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81B63D38-0ED6-8D13-19FE-68A2318B76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67"/>
          <a:stretch>
            <a:fillRect/>
          </a:stretch>
        </p:blipFill>
        <p:spPr>
          <a:xfrm>
            <a:off x="8318458" y="0"/>
            <a:ext cx="825542" cy="5611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1293</Words>
  <Application>Microsoft Office PowerPoint</Application>
  <PresentationFormat>Apresentação na tela (16:9)</PresentationFormat>
  <Paragraphs>182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Amasis MT Pro</vt:lpstr>
      <vt:lpstr>Amasis MT Pro Black</vt:lpstr>
      <vt:lpstr>Arial</vt:lpstr>
      <vt:lpstr>Bierstadt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Matos</cp:lastModifiedBy>
  <cp:revision>2</cp:revision>
  <dcterms:created xsi:type="dcterms:W3CDTF">2026-02-05T20:16:59Z</dcterms:created>
  <dcterms:modified xsi:type="dcterms:W3CDTF">2026-02-06T21:14:29Z</dcterms:modified>
</cp:coreProperties>
</file>